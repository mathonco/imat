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8" r:id="rId3"/>
    <p:sldId id="260" r:id="rId4"/>
    <p:sldId id="315" r:id="rId5"/>
    <p:sldId id="258" r:id="rId6"/>
    <p:sldId id="261" r:id="rId7"/>
    <p:sldId id="320" r:id="rId8"/>
    <p:sldId id="259" r:id="rId9"/>
    <p:sldId id="324" r:id="rId10"/>
    <p:sldId id="301" r:id="rId11"/>
    <p:sldId id="302" r:id="rId12"/>
    <p:sldId id="316" r:id="rId13"/>
    <p:sldId id="305" r:id="rId14"/>
    <p:sldId id="304" r:id="rId15"/>
    <p:sldId id="317" r:id="rId16"/>
    <p:sldId id="306" r:id="rId17"/>
    <p:sldId id="308" r:id="rId18"/>
    <p:sldId id="3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1397C-78A6-6B4F-A701-24FD0F19DACD}" v="864" dt="2026-05-15T18:36:0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40"/>
    <p:restoredTop sz="94658"/>
  </p:normalViewPr>
  <p:slideViewPr>
    <p:cSldViewPr snapToGrid="0">
      <p:cViewPr>
        <p:scale>
          <a:sx n="79" d="100"/>
          <a:sy n="79" d="100"/>
        </p:scale>
        <p:origin x="14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ud, M A" userId="5405075f-bf29-424d-b1b6-5e93bcfa21b3" providerId="ADAL" clId="{96F80B79-F7EE-576C-9101-7E5C2051EE06}"/>
    <pc:docChg chg="undo redo custSel addSld delSld modSld sldOrd">
      <pc:chgData name="Masud, M A" userId="5405075f-bf29-424d-b1b6-5e93bcfa21b3" providerId="ADAL" clId="{96F80B79-F7EE-576C-9101-7E5C2051EE06}" dt="2026-05-15T18:36:38.439" v="2167" actId="2696"/>
      <pc:docMkLst>
        <pc:docMk/>
      </pc:docMkLst>
      <pc:sldChg chg="modSp mod">
        <pc:chgData name="Masud, M A" userId="5405075f-bf29-424d-b1b6-5e93bcfa21b3" providerId="ADAL" clId="{96F80B79-F7EE-576C-9101-7E5C2051EE06}" dt="2026-05-14T19:18:35.124" v="62" actId="20577"/>
        <pc:sldMkLst>
          <pc:docMk/>
          <pc:sldMk cId="2882910619" sldId="256"/>
        </pc:sldMkLst>
        <pc:spChg chg="mod">
          <ac:chgData name="Masud, M A" userId="5405075f-bf29-424d-b1b6-5e93bcfa21b3" providerId="ADAL" clId="{96F80B79-F7EE-576C-9101-7E5C2051EE06}" dt="2026-05-14T19:18:22.507" v="40" actId="20577"/>
          <ac:spMkLst>
            <pc:docMk/>
            <pc:sldMk cId="2882910619" sldId="256"/>
            <ac:spMk id="2" creationId="{CC5DB8EF-23A2-B1F8-266B-B707C40F6A14}"/>
          </ac:spMkLst>
        </pc:spChg>
        <pc:spChg chg="mod">
          <ac:chgData name="Masud, M A" userId="5405075f-bf29-424d-b1b6-5e93bcfa21b3" providerId="ADAL" clId="{96F80B79-F7EE-576C-9101-7E5C2051EE06}" dt="2026-05-14T19:18:35.124" v="62" actId="20577"/>
          <ac:spMkLst>
            <pc:docMk/>
            <pc:sldMk cId="2882910619" sldId="256"/>
            <ac:spMk id="3" creationId="{8AC804F7-F3C3-C9AD-B45C-626736D7EEA3}"/>
          </ac:spMkLst>
        </pc:spChg>
      </pc:sldChg>
      <pc:sldChg chg="delSp modSp del mod">
        <pc:chgData name="Masud, M A" userId="5405075f-bf29-424d-b1b6-5e93bcfa21b3" providerId="ADAL" clId="{96F80B79-F7EE-576C-9101-7E5C2051EE06}" dt="2026-05-14T19:28:25.099" v="201" actId="2696"/>
        <pc:sldMkLst>
          <pc:docMk/>
          <pc:sldMk cId="1136938346" sldId="257"/>
        </pc:sldMkLst>
        <pc:spChg chg="mod">
          <ac:chgData name="Masud, M A" userId="5405075f-bf29-424d-b1b6-5e93bcfa21b3" providerId="ADAL" clId="{96F80B79-F7EE-576C-9101-7E5C2051EE06}" dt="2026-05-14T19:20:33.031" v="101" actId="5793"/>
          <ac:spMkLst>
            <pc:docMk/>
            <pc:sldMk cId="1136938346" sldId="257"/>
            <ac:spMk id="2" creationId="{4735B615-9B92-57EC-36B0-B3ABEE910ACA}"/>
          </ac:spMkLst>
        </pc:spChg>
        <pc:spChg chg="del">
          <ac:chgData name="Masud, M A" userId="5405075f-bf29-424d-b1b6-5e93bcfa21b3" providerId="ADAL" clId="{96F80B79-F7EE-576C-9101-7E5C2051EE06}" dt="2026-05-14T19:20:54.088" v="103" actId="478"/>
          <ac:spMkLst>
            <pc:docMk/>
            <pc:sldMk cId="1136938346" sldId="257"/>
            <ac:spMk id="4" creationId="{EA2D9A2D-6EB0-5E30-3F98-61218ED2D725}"/>
          </ac:spMkLst>
        </pc:spChg>
      </pc:sldChg>
      <pc:sldChg chg="modSp mod">
        <pc:chgData name="Masud, M A" userId="5405075f-bf29-424d-b1b6-5e93bcfa21b3" providerId="ADAL" clId="{96F80B79-F7EE-576C-9101-7E5C2051EE06}" dt="2026-05-14T19:43:25.653" v="605" actId="20577"/>
        <pc:sldMkLst>
          <pc:docMk/>
          <pc:sldMk cId="3327766588" sldId="258"/>
        </pc:sldMkLst>
        <pc:spChg chg="mod">
          <ac:chgData name="Masud, M A" userId="5405075f-bf29-424d-b1b6-5e93bcfa21b3" providerId="ADAL" clId="{96F80B79-F7EE-576C-9101-7E5C2051EE06}" dt="2026-05-14T19:43:25.653" v="605" actId="20577"/>
          <ac:spMkLst>
            <pc:docMk/>
            <pc:sldMk cId="3327766588" sldId="258"/>
            <ac:spMk id="3" creationId="{AECFF9AE-30A2-7708-D25E-AE4509D3C777}"/>
          </ac:spMkLst>
        </pc:spChg>
      </pc:sldChg>
      <pc:sldChg chg="modSp mod">
        <pc:chgData name="Masud, M A" userId="5405075f-bf29-424d-b1b6-5e93bcfa21b3" providerId="ADAL" clId="{96F80B79-F7EE-576C-9101-7E5C2051EE06}" dt="2026-05-15T16:01:25.600" v="2020" actId="27636"/>
        <pc:sldMkLst>
          <pc:docMk/>
          <pc:sldMk cId="109773440" sldId="259"/>
        </pc:sldMkLst>
        <pc:spChg chg="mod">
          <ac:chgData name="Masud, M A" userId="5405075f-bf29-424d-b1b6-5e93bcfa21b3" providerId="ADAL" clId="{96F80B79-F7EE-576C-9101-7E5C2051EE06}" dt="2026-05-15T16:01:25.600" v="2020" actId="27636"/>
          <ac:spMkLst>
            <pc:docMk/>
            <pc:sldMk cId="109773440" sldId="259"/>
            <ac:spMk id="3" creationId="{003974BC-976B-8844-2798-36661E962579}"/>
          </ac:spMkLst>
        </pc:spChg>
      </pc:sldChg>
      <pc:sldChg chg="modSp mod">
        <pc:chgData name="Masud, M A" userId="5405075f-bf29-424d-b1b6-5e93bcfa21b3" providerId="ADAL" clId="{96F80B79-F7EE-576C-9101-7E5C2051EE06}" dt="2026-05-14T20:25:59.554" v="1041" actId="108"/>
        <pc:sldMkLst>
          <pc:docMk/>
          <pc:sldMk cId="1338688252" sldId="260"/>
        </pc:sldMkLst>
        <pc:spChg chg="mod">
          <ac:chgData name="Masud, M A" userId="5405075f-bf29-424d-b1b6-5e93bcfa21b3" providerId="ADAL" clId="{96F80B79-F7EE-576C-9101-7E5C2051EE06}" dt="2026-05-14T19:27:50.127" v="200" actId="20577"/>
          <ac:spMkLst>
            <pc:docMk/>
            <pc:sldMk cId="1338688252" sldId="260"/>
            <ac:spMk id="2" creationId="{276CE272-CC6F-B657-066A-B2932E1EA7F6}"/>
          </ac:spMkLst>
        </pc:spChg>
        <pc:spChg chg="mod">
          <ac:chgData name="Masud, M A" userId="5405075f-bf29-424d-b1b6-5e93bcfa21b3" providerId="ADAL" clId="{96F80B79-F7EE-576C-9101-7E5C2051EE06}" dt="2026-05-14T20:25:59.554" v="1041" actId="108"/>
          <ac:spMkLst>
            <pc:docMk/>
            <pc:sldMk cId="1338688252" sldId="260"/>
            <ac:spMk id="3" creationId="{FA7B88B1-A6EE-614A-B6E4-9F95EC0D33A7}"/>
          </ac:spMkLst>
        </pc:spChg>
      </pc:sldChg>
      <pc:sldChg chg="modSp mod">
        <pc:chgData name="Masud, M A" userId="5405075f-bf29-424d-b1b6-5e93bcfa21b3" providerId="ADAL" clId="{96F80B79-F7EE-576C-9101-7E5C2051EE06}" dt="2026-05-14T20:41:03.350" v="1239" actId="20577"/>
        <pc:sldMkLst>
          <pc:docMk/>
          <pc:sldMk cId="2214356708" sldId="261"/>
        </pc:sldMkLst>
        <pc:spChg chg="mod">
          <ac:chgData name="Masud, M A" userId="5405075f-bf29-424d-b1b6-5e93bcfa21b3" providerId="ADAL" clId="{96F80B79-F7EE-576C-9101-7E5C2051EE06}" dt="2026-05-14T19:43:39.075" v="606"/>
          <ac:spMkLst>
            <pc:docMk/>
            <pc:sldMk cId="2214356708" sldId="261"/>
            <ac:spMk id="2" creationId="{CAA0C51B-F662-1867-C029-7174C8F65F52}"/>
          </ac:spMkLst>
        </pc:spChg>
        <pc:spChg chg="mod">
          <ac:chgData name="Masud, M A" userId="5405075f-bf29-424d-b1b6-5e93bcfa21b3" providerId="ADAL" clId="{96F80B79-F7EE-576C-9101-7E5C2051EE06}" dt="2026-05-14T20:41:03.350" v="1239" actId="20577"/>
          <ac:spMkLst>
            <pc:docMk/>
            <pc:sldMk cId="2214356708" sldId="261"/>
            <ac:spMk id="4" creationId="{A6067D49-8CBA-9BC3-31CC-8A47EF8827E5}"/>
          </ac:spMkLst>
        </pc:spChg>
      </pc:sldChg>
      <pc:sldChg chg="addSp delSp modSp mod">
        <pc:chgData name="Masud, M A" userId="5405075f-bf29-424d-b1b6-5e93bcfa21b3" providerId="ADAL" clId="{96F80B79-F7EE-576C-9101-7E5C2051EE06}" dt="2026-05-14T20:56:27.149" v="1611"/>
        <pc:sldMkLst>
          <pc:docMk/>
          <pc:sldMk cId="1902460217" sldId="301"/>
        </pc:sldMkLst>
        <pc:spChg chg="mod">
          <ac:chgData name="Masud, M A" userId="5405075f-bf29-424d-b1b6-5e93bcfa21b3" providerId="ADAL" clId="{96F80B79-F7EE-576C-9101-7E5C2051EE06}" dt="2026-05-14T20:56:27.149" v="1611"/>
          <ac:spMkLst>
            <pc:docMk/>
            <pc:sldMk cId="1902460217" sldId="301"/>
            <ac:spMk id="2" creationId="{687C6BC2-923A-23AF-8FE3-D54FAED3A26E}"/>
          </ac:spMkLst>
        </pc:spChg>
        <pc:spChg chg="add del mod">
          <ac:chgData name="Masud, M A" userId="5405075f-bf29-424d-b1b6-5e93bcfa21b3" providerId="ADAL" clId="{96F80B79-F7EE-576C-9101-7E5C2051EE06}" dt="2026-05-14T20:50:59.484" v="1422" actId="478"/>
          <ac:spMkLst>
            <pc:docMk/>
            <pc:sldMk cId="1902460217" sldId="301"/>
            <ac:spMk id="11" creationId="{B4908308-B988-8BE1-E18D-3D1C6EBB6566}"/>
          </ac:spMkLst>
        </pc:spChg>
        <pc:picChg chg="mod">
          <ac:chgData name="Masud, M A" userId="5405075f-bf29-424d-b1b6-5e93bcfa21b3" providerId="ADAL" clId="{96F80B79-F7EE-576C-9101-7E5C2051EE06}" dt="2026-05-14T20:49:16.607" v="1415" actId="1076"/>
          <ac:picMkLst>
            <pc:docMk/>
            <pc:sldMk cId="1902460217" sldId="301"/>
            <ac:picMk id="6" creationId="{8C08DFC1-DA7A-24EA-6406-680641ACD189}"/>
          </ac:picMkLst>
        </pc:picChg>
      </pc:sldChg>
      <pc:sldChg chg="modSp mod">
        <pc:chgData name="Masud, M A" userId="5405075f-bf29-424d-b1b6-5e93bcfa21b3" providerId="ADAL" clId="{96F80B79-F7EE-576C-9101-7E5C2051EE06}" dt="2026-05-14T19:46:59.257" v="668" actId="20577"/>
        <pc:sldMkLst>
          <pc:docMk/>
          <pc:sldMk cId="3172876005" sldId="302"/>
        </pc:sldMkLst>
        <pc:spChg chg="mod">
          <ac:chgData name="Masud, M A" userId="5405075f-bf29-424d-b1b6-5e93bcfa21b3" providerId="ADAL" clId="{96F80B79-F7EE-576C-9101-7E5C2051EE06}" dt="2026-05-14T19:46:59.257" v="668" actId="20577"/>
          <ac:spMkLst>
            <pc:docMk/>
            <pc:sldMk cId="3172876005" sldId="302"/>
            <ac:spMk id="3" creationId="{8D0598B0-DD73-CF20-0098-1EBC86514C4A}"/>
          </ac:spMkLst>
        </pc:spChg>
      </pc:sldChg>
      <pc:sldChg chg="delSp del mod">
        <pc:chgData name="Masud, M A" userId="5405075f-bf29-424d-b1b6-5e93bcfa21b3" providerId="ADAL" clId="{96F80B79-F7EE-576C-9101-7E5C2051EE06}" dt="2026-05-15T18:36:38.439" v="2167" actId="2696"/>
        <pc:sldMkLst>
          <pc:docMk/>
          <pc:sldMk cId="1207772948" sldId="303"/>
        </pc:sldMkLst>
        <pc:spChg chg="del">
          <ac:chgData name="Masud, M A" userId="5405075f-bf29-424d-b1b6-5e93bcfa21b3" providerId="ADAL" clId="{96F80B79-F7EE-576C-9101-7E5C2051EE06}" dt="2026-05-14T19:49:42.607" v="678" actId="478"/>
          <ac:spMkLst>
            <pc:docMk/>
            <pc:sldMk cId="1207772948" sldId="303"/>
            <ac:spMk id="12" creationId="{8AF6D1B4-1708-4CD7-1093-C76232F1E3F0}"/>
          </ac:spMkLst>
        </pc:spChg>
        <pc:spChg chg="del">
          <ac:chgData name="Masud, M A" userId="5405075f-bf29-424d-b1b6-5e93bcfa21b3" providerId="ADAL" clId="{96F80B79-F7EE-576C-9101-7E5C2051EE06}" dt="2026-05-14T19:49:43.993" v="679" actId="478"/>
          <ac:spMkLst>
            <pc:docMk/>
            <pc:sldMk cId="1207772948" sldId="303"/>
            <ac:spMk id="22" creationId="{DA5B211A-FC19-D563-333C-7E8E0534A5A5}"/>
          </ac:spMkLst>
        </pc:spChg>
      </pc:sldChg>
      <pc:sldChg chg="addSp modSp mod">
        <pc:chgData name="Masud, M A" userId="5405075f-bf29-424d-b1b6-5e93bcfa21b3" providerId="ADAL" clId="{96F80B79-F7EE-576C-9101-7E5C2051EE06}" dt="2026-05-15T17:05:55.655" v="2026" actId="20577"/>
        <pc:sldMkLst>
          <pc:docMk/>
          <pc:sldMk cId="3653825340" sldId="304"/>
        </pc:sldMkLst>
        <pc:spChg chg="mod">
          <ac:chgData name="Masud, M A" userId="5405075f-bf29-424d-b1b6-5e93bcfa21b3" providerId="ADAL" clId="{96F80B79-F7EE-576C-9101-7E5C2051EE06}" dt="2026-05-14T19:50:49.163" v="710"/>
          <ac:spMkLst>
            <pc:docMk/>
            <pc:sldMk cId="3653825340" sldId="304"/>
            <ac:spMk id="2" creationId="{FC457C7E-0E97-46D2-A31F-B74124EB2E3F}"/>
          </ac:spMkLst>
        </pc:spChg>
        <pc:spChg chg="mod">
          <ac:chgData name="Masud, M A" userId="5405075f-bf29-424d-b1b6-5e93bcfa21b3" providerId="ADAL" clId="{96F80B79-F7EE-576C-9101-7E5C2051EE06}" dt="2026-05-14T19:57:11.840" v="808" actId="14100"/>
          <ac:spMkLst>
            <pc:docMk/>
            <pc:sldMk cId="3653825340" sldId="304"/>
            <ac:spMk id="3" creationId="{95E8B2D4-2E4B-9D6E-5B99-F4FDB8883B97}"/>
          </ac:spMkLst>
        </pc:spChg>
        <pc:spChg chg="add mod">
          <ac:chgData name="Masud, M A" userId="5405075f-bf29-424d-b1b6-5e93bcfa21b3" providerId="ADAL" clId="{96F80B79-F7EE-576C-9101-7E5C2051EE06}" dt="2026-05-15T17:05:55.655" v="2026" actId="20577"/>
          <ac:spMkLst>
            <pc:docMk/>
            <pc:sldMk cId="3653825340" sldId="304"/>
            <ac:spMk id="4" creationId="{1132B449-D1F4-17DB-6F5D-D5B813F0047D}"/>
          </ac:spMkLst>
        </pc:spChg>
      </pc:sldChg>
      <pc:sldChg chg="addSp delSp modSp mod">
        <pc:chgData name="Masud, M A" userId="5405075f-bf29-424d-b1b6-5e93bcfa21b3" providerId="ADAL" clId="{96F80B79-F7EE-576C-9101-7E5C2051EE06}" dt="2026-05-15T16:43:38.775" v="2025" actId="20577"/>
        <pc:sldMkLst>
          <pc:docMk/>
          <pc:sldMk cId="1475490212" sldId="305"/>
        </pc:sldMkLst>
        <pc:spChg chg="mod">
          <ac:chgData name="Masud, M A" userId="5405075f-bf29-424d-b1b6-5e93bcfa21b3" providerId="ADAL" clId="{96F80B79-F7EE-576C-9101-7E5C2051EE06}" dt="2026-05-14T19:50:39.635" v="709" actId="20577"/>
          <ac:spMkLst>
            <pc:docMk/>
            <pc:sldMk cId="1475490212" sldId="305"/>
            <ac:spMk id="2" creationId="{C4E3126E-40C8-56BD-4018-5229088FF621}"/>
          </ac:spMkLst>
        </pc:spChg>
        <pc:spChg chg="del mod">
          <ac:chgData name="Masud, M A" userId="5405075f-bf29-424d-b1b6-5e93bcfa21b3" providerId="ADAL" clId="{96F80B79-F7EE-576C-9101-7E5C2051EE06}" dt="2026-05-14T19:56:16.903" v="792" actId="478"/>
          <ac:spMkLst>
            <pc:docMk/>
            <pc:sldMk cId="1475490212" sldId="305"/>
            <ac:spMk id="3" creationId="{7A7241D2-516E-9023-614F-A3E10452112F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4" creationId="{41167C64-2098-EBE3-5517-438D2402D0C3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5" creationId="{B732F706-6133-809B-86B3-E76B58D6F2ED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7" creationId="{E9F892A4-A5AF-98E2-E7DB-DF3A6C94820E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11" creationId="{F9E1F69B-C7E3-455C-AB1C-A5E7D4917F0B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14" creationId="{E106AE71-39EF-405C-4A98-AEA922BE356A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15" creationId="{8B7EF3CB-39D8-099F-2105-F11013169105}"/>
          </ac:spMkLst>
        </pc:spChg>
        <pc:spChg chg="add del mod">
          <ac:chgData name="Masud, M A" userId="5405075f-bf29-424d-b1b6-5e93bcfa21b3" providerId="ADAL" clId="{96F80B79-F7EE-576C-9101-7E5C2051EE06}" dt="2026-05-14T19:56:19.234" v="793" actId="478"/>
          <ac:spMkLst>
            <pc:docMk/>
            <pc:sldMk cId="1475490212" sldId="305"/>
            <ac:spMk id="20" creationId="{69139381-2955-3DF5-95F0-A67942FD1433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22" creationId="{C419B330-09F8-06B3-567B-168198741598}"/>
          </ac:spMkLst>
        </pc:spChg>
        <pc:spChg chg="mod">
          <ac:chgData name="Masud, M A" userId="5405075f-bf29-424d-b1b6-5e93bcfa21b3" providerId="ADAL" clId="{96F80B79-F7EE-576C-9101-7E5C2051EE06}" dt="2026-05-14T19:53:19.585" v="774" actId="1035"/>
          <ac:spMkLst>
            <pc:docMk/>
            <pc:sldMk cId="1475490212" sldId="305"/>
            <ac:spMk id="23" creationId="{C5255522-8078-3504-01A1-65DF64090CE5}"/>
          </ac:spMkLst>
        </pc:spChg>
        <pc:spChg chg="mod">
          <ac:chgData name="Masud, M A" userId="5405075f-bf29-424d-b1b6-5e93bcfa21b3" providerId="ADAL" clId="{96F80B79-F7EE-576C-9101-7E5C2051EE06}" dt="2026-05-15T16:43:38.775" v="2025" actId="20577"/>
          <ac:spMkLst>
            <pc:docMk/>
            <pc:sldMk cId="1475490212" sldId="305"/>
            <ac:spMk id="24" creationId="{658ED749-A3C6-8C83-2CCB-AF34DF07BA52}"/>
          </ac:spMkLst>
        </pc:spChg>
      </pc:sldChg>
      <pc:sldChg chg="addSp delSp modSp mod">
        <pc:chgData name="Masud, M A" userId="5405075f-bf29-424d-b1b6-5e93bcfa21b3" providerId="ADAL" clId="{96F80B79-F7EE-576C-9101-7E5C2051EE06}" dt="2026-05-14T20:11:30.975" v="971" actId="21"/>
        <pc:sldMkLst>
          <pc:docMk/>
          <pc:sldMk cId="2542058901" sldId="306"/>
        </pc:sldMkLst>
        <pc:spChg chg="mod">
          <ac:chgData name="Masud, M A" userId="5405075f-bf29-424d-b1b6-5e93bcfa21b3" providerId="ADAL" clId="{96F80B79-F7EE-576C-9101-7E5C2051EE06}" dt="2026-05-14T19:59:40.355" v="815"/>
          <ac:spMkLst>
            <pc:docMk/>
            <pc:sldMk cId="2542058901" sldId="306"/>
            <ac:spMk id="2" creationId="{C92CC127-37D1-E522-3E73-369B0126EB87}"/>
          </ac:spMkLst>
        </pc:spChg>
        <pc:spChg chg="mod">
          <ac:chgData name="Masud, M A" userId="5405075f-bf29-424d-b1b6-5e93bcfa21b3" providerId="ADAL" clId="{96F80B79-F7EE-576C-9101-7E5C2051EE06}" dt="2026-05-14T19:58:57.023" v="810" actId="120"/>
          <ac:spMkLst>
            <pc:docMk/>
            <pc:sldMk cId="2542058901" sldId="306"/>
            <ac:spMk id="3" creationId="{0BBD568B-93A4-9DE3-6D63-9E425DB335CD}"/>
          </ac:spMkLst>
        </pc:spChg>
        <pc:spChg chg="mod">
          <ac:chgData name="Masud, M A" userId="5405075f-bf29-424d-b1b6-5e93bcfa21b3" providerId="ADAL" clId="{96F80B79-F7EE-576C-9101-7E5C2051EE06}" dt="2026-05-14T19:59:59.370" v="821" actId="1037"/>
          <ac:spMkLst>
            <pc:docMk/>
            <pc:sldMk cId="2542058901" sldId="306"/>
            <ac:spMk id="12" creationId="{5F8A208B-B0F5-F706-B42F-EFEB64B8BDE1}"/>
          </ac:spMkLst>
        </pc:spChg>
        <pc:picChg chg="mod">
          <ac:chgData name="Masud, M A" userId="5405075f-bf29-424d-b1b6-5e93bcfa21b3" providerId="ADAL" clId="{96F80B79-F7EE-576C-9101-7E5C2051EE06}" dt="2026-05-14T19:59:16.100" v="814" actId="14100"/>
          <ac:picMkLst>
            <pc:docMk/>
            <pc:sldMk cId="2542058901" sldId="306"/>
            <ac:picMk id="4" creationId="{3006BDDD-51B1-213B-FE1E-CA4D60A512FB}"/>
          </ac:picMkLst>
        </pc:picChg>
        <pc:picChg chg="add del mod modCrop">
          <ac:chgData name="Masud, M A" userId="5405075f-bf29-424d-b1b6-5e93bcfa21b3" providerId="ADAL" clId="{96F80B79-F7EE-576C-9101-7E5C2051EE06}" dt="2026-05-14T20:11:30.975" v="971" actId="21"/>
          <ac:picMkLst>
            <pc:docMk/>
            <pc:sldMk cId="2542058901" sldId="306"/>
            <ac:picMk id="5" creationId="{D675010C-7A45-BB5C-62B0-A4B5AD7F1B68}"/>
          </ac:picMkLst>
        </pc:picChg>
        <pc:cxnChg chg="mod">
          <ac:chgData name="Masud, M A" userId="5405075f-bf29-424d-b1b6-5e93bcfa21b3" providerId="ADAL" clId="{96F80B79-F7EE-576C-9101-7E5C2051EE06}" dt="2026-05-14T20:00:04.123" v="822" actId="1076"/>
          <ac:cxnSpMkLst>
            <pc:docMk/>
            <pc:sldMk cId="2542058901" sldId="306"/>
            <ac:cxnSpMk id="6" creationId="{F45208E7-06FD-CEA2-E573-9A9B20CCC11F}"/>
          </ac:cxnSpMkLst>
        </pc:cxnChg>
        <pc:cxnChg chg="del">
          <ac:chgData name="Masud, M A" userId="5405075f-bf29-424d-b1b6-5e93bcfa21b3" providerId="ADAL" clId="{96F80B79-F7EE-576C-9101-7E5C2051EE06}" dt="2026-05-14T20:00:22.911" v="824" actId="478"/>
          <ac:cxnSpMkLst>
            <pc:docMk/>
            <pc:sldMk cId="2542058901" sldId="306"/>
            <ac:cxnSpMk id="7" creationId="{EB89AD34-2F99-D572-5671-8182D81863E4}"/>
          </ac:cxnSpMkLst>
        </pc:cxnChg>
        <pc:cxnChg chg="del">
          <ac:chgData name="Masud, M A" userId="5405075f-bf29-424d-b1b6-5e93bcfa21b3" providerId="ADAL" clId="{96F80B79-F7EE-576C-9101-7E5C2051EE06}" dt="2026-05-14T20:00:11.035" v="823" actId="478"/>
          <ac:cxnSpMkLst>
            <pc:docMk/>
            <pc:sldMk cId="2542058901" sldId="306"/>
            <ac:cxnSpMk id="8" creationId="{34B8CF85-863E-2FEB-C9FF-9B702E1DBF8F}"/>
          </ac:cxnSpMkLst>
        </pc:cxnChg>
        <pc:cxnChg chg="mod">
          <ac:chgData name="Masud, M A" userId="5405075f-bf29-424d-b1b6-5e93bcfa21b3" providerId="ADAL" clId="{96F80B79-F7EE-576C-9101-7E5C2051EE06}" dt="2026-05-14T19:59:52.505" v="816" actId="1076"/>
          <ac:cxnSpMkLst>
            <pc:docMk/>
            <pc:sldMk cId="2542058901" sldId="306"/>
            <ac:cxnSpMk id="10" creationId="{C479F6E9-42F5-8B3D-1079-90A1124984FF}"/>
          </ac:cxnSpMkLst>
        </pc:cxnChg>
        <pc:cxnChg chg="mod">
          <ac:chgData name="Masud, M A" userId="5405075f-bf29-424d-b1b6-5e93bcfa21b3" providerId="ADAL" clId="{96F80B79-F7EE-576C-9101-7E5C2051EE06}" dt="2026-05-14T19:59:55.231" v="817" actId="1076"/>
          <ac:cxnSpMkLst>
            <pc:docMk/>
            <pc:sldMk cId="2542058901" sldId="306"/>
            <ac:cxnSpMk id="11" creationId="{63E23586-5ABD-F7C7-B8D8-759CDE56B05A}"/>
          </ac:cxnSpMkLst>
        </pc:cxnChg>
      </pc:sldChg>
      <pc:sldChg chg="addSp modSp del mod">
        <pc:chgData name="Masud, M A" userId="5405075f-bf29-424d-b1b6-5e93bcfa21b3" providerId="ADAL" clId="{96F80B79-F7EE-576C-9101-7E5C2051EE06}" dt="2026-05-14T20:10:49.242" v="961" actId="2696"/>
        <pc:sldMkLst>
          <pc:docMk/>
          <pc:sldMk cId="215028629" sldId="307"/>
        </pc:sldMkLst>
        <pc:spChg chg="mod">
          <ac:chgData name="Masud, M A" userId="5405075f-bf29-424d-b1b6-5e93bcfa21b3" providerId="ADAL" clId="{96F80B79-F7EE-576C-9101-7E5C2051EE06}" dt="2026-05-14T20:05:40.076" v="960" actId="20577"/>
          <ac:spMkLst>
            <pc:docMk/>
            <pc:sldMk cId="215028629" sldId="307"/>
            <ac:spMk id="2" creationId="{04C0FE1E-77C8-E57A-DDB2-589D4C82AA16}"/>
          </ac:spMkLst>
        </pc:spChg>
        <pc:spChg chg="add mod">
          <ac:chgData name="Masud, M A" userId="5405075f-bf29-424d-b1b6-5e93bcfa21b3" providerId="ADAL" clId="{96F80B79-F7EE-576C-9101-7E5C2051EE06}" dt="2026-05-14T20:04:54.606" v="852" actId="1076"/>
          <ac:spMkLst>
            <pc:docMk/>
            <pc:sldMk cId="215028629" sldId="307"/>
            <ac:spMk id="4" creationId="{C2AAB42D-D0FD-EAB5-8A60-AAE754F74440}"/>
          </ac:spMkLst>
        </pc:spChg>
        <pc:spChg chg="add mod">
          <ac:chgData name="Masud, M A" userId="5405075f-bf29-424d-b1b6-5e93bcfa21b3" providerId="ADAL" clId="{96F80B79-F7EE-576C-9101-7E5C2051EE06}" dt="2026-05-14T20:04:50.394" v="851" actId="1076"/>
          <ac:spMkLst>
            <pc:docMk/>
            <pc:sldMk cId="215028629" sldId="307"/>
            <ac:spMk id="5" creationId="{D1FC9D11-3FDC-4F1D-3B17-9DB95FB7C572}"/>
          </ac:spMkLst>
        </pc:spChg>
      </pc:sldChg>
      <pc:sldChg chg="addSp delSp modSp mod">
        <pc:chgData name="Masud, M A" userId="5405075f-bf29-424d-b1b6-5e93bcfa21b3" providerId="ADAL" clId="{96F80B79-F7EE-576C-9101-7E5C2051EE06}" dt="2026-05-14T20:12:01.642" v="1009" actId="20577"/>
        <pc:sldMkLst>
          <pc:docMk/>
          <pc:sldMk cId="3381103345" sldId="308"/>
        </pc:sldMkLst>
        <pc:spChg chg="mod">
          <ac:chgData name="Masud, M A" userId="5405075f-bf29-424d-b1b6-5e93bcfa21b3" providerId="ADAL" clId="{96F80B79-F7EE-576C-9101-7E5C2051EE06}" dt="2026-05-14T20:12:01.642" v="1009" actId="20577"/>
          <ac:spMkLst>
            <pc:docMk/>
            <pc:sldMk cId="3381103345" sldId="308"/>
            <ac:spMk id="2" creationId="{0C1E7DBF-18BF-9987-FF31-2BF5405B04CF}"/>
          </ac:spMkLst>
        </pc:spChg>
        <pc:spChg chg="del">
          <ac:chgData name="Masud, M A" userId="5405075f-bf29-424d-b1b6-5e93bcfa21b3" providerId="ADAL" clId="{96F80B79-F7EE-576C-9101-7E5C2051EE06}" dt="2026-05-14T20:10:53.243" v="963"/>
          <ac:spMkLst>
            <pc:docMk/>
            <pc:sldMk cId="3381103345" sldId="308"/>
            <ac:spMk id="3" creationId="{A50AC59E-1652-ADC3-2177-A84332164E5A}"/>
          </ac:spMkLst>
        </pc:spChg>
        <pc:spChg chg="add mod">
          <ac:chgData name="Masud, M A" userId="5405075f-bf29-424d-b1b6-5e93bcfa21b3" providerId="ADAL" clId="{96F80B79-F7EE-576C-9101-7E5C2051EE06}" dt="2026-05-14T20:10:57.530" v="964" actId="21"/>
          <ac:spMkLst>
            <pc:docMk/>
            <pc:sldMk cId="3381103345" sldId="308"/>
            <ac:spMk id="7" creationId="{00D585A6-2EED-E04F-714A-587990DDAA4D}"/>
          </ac:spMkLst>
        </pc:spChg>
        <pc:picChg chg="add del mod ord">
          <ac:chgData name="Masud, M A" userId="5405075f-bf29-424d-b1b6-5e93bcfa21b3" providerId="ADAL" clId="{96F80B79-F7EE-576C-9101-7E5C2051EE06}" dt="2026-05-14T20:10:57.530" v="964" actId="21"/>
          <ac:picMkLst>
            <pc:docMk/>
            <pc:sldMk cId="3381103345" sldId="308"/>
            <ac:picMk id="5" creationId="{4D37BCCD-9E26-1459-A1EA-FDF1BD357A3D}"/>
          </ac:picMkLst>
        </pc:picChg>
        <pc:picChg chg="add mod">
          <ac:chgData name="Masud, M A" userId="5405075f-bf29-424d-b1b6-5e93bcfa21b3" providerId="ADAL" clId="{96F80B79-F7EE-576C-9101-7E5C2051EE06}" dt="2026-05-14T20:11:33.543" v="972"/>
          <ac:picMkLst>
            <pc:docMk/>
            <pc:sldMk cId="3381103345" sldId="308"/>
            <ac:picMk id="8" creationId="{AE5845F6-3CE9-FF26-5748-29884198047A}"/>
          </ac:picMkLst>
        </pc:picChg>
      </pc:sldChg>
      <pc:sldChg chg="addSp modSp mod">
        <pc:chgData name="Masud, M A" userId="5405075f-bf29-424d-b1b6-5e93bcfa21b3" providerId="ADAL" clId="{96F80B79-F7EE-576C-9101-7E5C2051EE06}" dt="2026-05-15T14:12:05.925" v="1709" actId="1076"/>
        <pc:sldMkLst>
          <pc:docMk/>
          <pc:sldMk cId="1130250845" sldId="309"/>
        </pc:sldMkLst>
        <pc:spChg chg="mod">
          <ac:chgData name="Masud, M A" userId="5405075f-bf29-424d-b1b6-5e93bcfa21b3" providerId="ADAL" clId="{96F80B79-F7EE-576C-9101-7E5C2051EE06}" dt="2026-05-15T12:39:35.283" v="1642" actId="20577"/>
          <ac:spMkLst>
            <pc:docMk/>
            <pc:sldMk cId="1130250845" sldId="309"/>
            <ac:spMk id="2" creationId="{15997ACD-0D08-C4AF-93D3-B8DB308D77E6}"/>
          </ac:spMkLst>
        </pc:spChg>
        <pc:spChg chg="mod">
          <ac:chgData name="Masud, M A" userId="5405075f-bf29-424d-b1b6-5e93bcfa21b3" providerId="ADAL" clId="{96F80B79-F7EE-576C-9101-7E5C2051EE06}" dt="2026-05-15T14:09:19.631" v="1705" actId="15"/>
          <ac:spMkLst>
            <pc:docMk/>
            <pc:sldMk cId="1130250845" sldId="309"/>
            <ac:spMk id="3" creationId="{205C42C6-CCCE-FB50-4047-FF1F97E6A79F}"/>
          </ac:spMkLst>
        </pc:spChg>
        <pc:picChg chg="add mod">
          <ac:chgData name="Masud, M A" userId="5405075f-bf29-424d-b1b6-5e93bcfa21b3" providerId="ADAL" clId="{96F80B79-F7EE-576C-9101-7E5C2051EE06}" dt="2026-05-15T14:09:50.058" v="1706" actId="1076"/>
          <ac:picMkLst>
            <pc:docMk/>
            <pc:sldMk cId="1130250845" sldId="309"/>
            <ac:picMk id="4" creationId="{DF68002C-673B-A0D4-55F8-C6B5D33B7A7E}"/>
          </ac:picMkLst>
        </pc:picChg>
        <pc:picChg chg="add mod">
          <ac:chgData name="Masud, M A" userId="5405075f-bf29-424d-b1b6-5e93bcfa21b3" providerId="ADAL" clId="{96F80B79-F7EE-576C-9101-7E5C2051EE06}" dt="2026-05-15T14:09:52.428" v="1707" actId="1076"/>
          <ac:picMkLst>
            <pc:docMk/>
            <pc:sldMk cId="1130250845" sldId="309"/>
            <ac:picMk id="5" creationId="{EA5E74D4-E1E9-665E-391D-446776BD91C5}"/>
          </ac:picMkLst>
        </pc:picChg>
        <pc:picChg chg="add mod">
          <ac:chgData name="Masud, M A" userId="5405075f-bf29-424d-b1b6-5e93bcfa21b3" providerId="ADAL" clId="{96F80B79-F7EE-576C-9101-7E5C2051EE06}" dt="2026-05-15T14:12:05.925" v="1709" actId="1076"/>
          <ac:picMkLst>
            <pc:docMk/>
            <pc:sldMk cId="1130250845" sldId="309"/>
            <ac:picMk id="6" creationId="{6BDA1570-5847-D6F2-8F53-5F4B3A6F4AF1}"/>
          </ac:picMkLst>
        </pc:picChg>
      </pc:sldChg>
      <pc:sldChg chg="addSp delSp modSp del mod">
        <pc:chgData name="Masud, M A" userId="5405075f-bf29-424d-b1b6-5e93bcfa21b3" providerId="ADAL" clId="{96F80B79-F7EE-576C-9101-7E5C2051EE06}" dt="2026-05-15T14:12:36.319" v="1710" actId="2696"/>
        <pc:sldMkLst>
          <pc:docMk/>
          <pc:sldMk cId="3031470729" sldId="310"/>
        </pc:sldMkLst>
        <pc:spChg chg="mod">
          <ac:chgData name="Masud, M A" userId="5405075f-bf29-424d-b1b6-5e93bcfa21b3" providerId="ADAL" clId="{96F80B79-F7EE-576C-9101-7E5C2051EE06}" dt="2026-05-15T13:14:52.092" v="1648"/>
          <ac:spMkLst>
            <pc:docMk/>
            <pc:sldMk cId="3031470729" sldId="310"/>
            <ac:spMk id="2" creationId="{9A435F6F-57DF-7E3E-497D-5F272989DF85}"/>
          </ac:spMkLst>
        </pc:spChg>
        <pc:spChg chg="del">
          <ac:chgData name="Masud, M A" userId="5405075f-bf29-424d-b1b6-5e93bcfa21b3" providerId="ADAL" clId="{96F80B79-F7EE-576C-9101-7E5C2051EE06}" dt="2026-05-15T13:15:05.501" v="1650"/>
          <ac:spMkLst>
            <pc:docMk/>
            <pc:sldMk cId="3031470729" sldId="310"/>
            <ac:spMk id="3" creationId="{CA5F2634-FE3C-6466-5897-565FCB52EAA4}"/>
          </ac:spMkLst>
        </pc:spChg>
        <pc:spChg chg="add mod">
          <ac:chgData name="Masud, M A" userId="5405075f-bf29-424d-b1b6-5e93bcfa21b3" providerId="ADAL" clId="{96F80B79-F7EE-576C-9101-7E5C2051EE06}" dt="2026-05-15T13:17:29.235" v="1657" actId="21"/>
          <ac:spMkLst>
            <pc:docMk/>
            <pc:sldMk cId="3031470729" sldId="310"/>
            <ac:spMk id="11" creationId="{43FBCAAB-36D2-44AA-1F5A-B82202402A59}"/>
          </ac:spMkLst>
        </pc:spChg>
        <pc:picChg chg="add del mod ord">
          <ac:chgData name="Masud, M A" userId="5405075f-bf29-424d-b1b6-5e93bcfa21b3" providerId="ADAL" clId="{96F80B79-F7EE-576C-9101-7E5C2051EE06}" dt="2026-05-15T13:17:29.235" v="1657" actId="21"/>
          <ac:picMkLst>
            <pc:docMk/>
            <pc:sldMk cId="3031470729" sldId="310"/>
            <ac:picMk id="5" creationId="{BDBEEDFC-6AF9-32FF-A178-7303D5382B0D}"/>
          </ac:picMkLst>
        </pc:picChg>
        <pc:picChg chg="add del mod">
          <ac:chgData name="Masud, M A" userId="5405075f-bf29-424d-b1b6-5e93bcfa21b3" providerId="ADAL" clId="{96F80B79-F7EE-576C-9101-7E5C2051EE06}" dt="2026-05-15T13:17:29.235" v="1657" actId="21"/>
          <ac:picMkLst>
            <pc:docMk/>
            <pc:sldMk cId="3031470729" sldId="310"/>
            <ac:picMk id="7" creationId="{04401C50-C22D-E030-31FF-98A7F1615DE0}"/>
          </ac:picMkLst>
        </pc:picChg>
        <pc:picChg chg="add del mod">
          <ac:chgData name="Masud, M A" userId="5405075f-bf29-424d-b1b6-5e93bcfa21b3" providerId="ADAL" clId="{96F80B79-F7EE-576C-9101-7E5C2051EE06}" dt="2026-05-15T13:17:29.235" v="1657" actId="21"/>
          <ac:picMkLst>
            <pc:docMk/>
            <pc:sldMk cId="3031470729" sldId="310"/>
            <ac:picMk id="9" creationId="{30143203-8BDD-F178-5E41-84239D7895B2}"/>
          </ac:picMkLst>
        </pc:picChg>
      </pc:sldChg>
      <pc:sldChg chg="del">
        <pc:chgData name="Masud, M A" userId="5405075f-bf29-424d-b1b6-5e93bcfa21b3" providerId="ADAL" clId="{96F80B79-F7EE-576C-9101-7E5C2051EE06}" dt="2026-05-15T14:12:36.326" v="1711" actId="2696"/>
        <pc:sldMkLst>
          <pc:docMk/>
          <pc:sldMk cId="4071370733" sldId="311"/>
        </pc:sldMkLst>
      </pc:sldChg>
      <pc:sldChg chg="del">
        <pc:chgData name="Masud, M A" userId="5405075f-bf29-424d-b1b6-5e93bcfa21b3" providerId="ADAL" clId="{96F80B79-F7EE-576C-9101-7E5C2051EE06}" dt="2026-05-15T14:12:36.331" v="1712" actId="2696"/>
        <pc:sldMkLst>
          <pc:docMk/>
          <pc:sldMk cId="767946657" sldId="312"/>
        </pc:sldMkLst>
      </pc:sldChg>
      <pc:sldChg chg="del">
        <pc:chgData name="Masud, M A" userId="5405075f-bf29-424d-b1b6-5e93bcfa21b3" providerId="ADAL" clId="{96F80B79-F7EE-576C-9101-7E5C2051EE06}" dt="2026-05-15T14:12:36.343" v="1713" actId="2696"/>
        <pc:sldMkLst>
          <pc:docMk/>
          <pc:sldMk cId="3146052513" sldId="313"/>
        </pc:sldMkLst>
      </pc:sldChg>
      <pc:sldChg chg="addSp delSp modSp add del mod">
        <pc:chgData name="Masud, M A" userId="5405075f-bf29-424d-b1b6-5e93bcfa21b3" providerId="ADAL" clId="{96F80B79-F7EE-576C-9101-7E5C2051EE06}" dt="2026-05-14T20:20:56.150" v="1023" actId="2696"/>
        <pc:sldMkLst>
          <pc:docMk/>
          <pc:sldMk cId="958274572" sldId="314"/>
        </pc:sldMkLst>
        <pc:spChg chg="mod">
          <ac:chgData name="Masud, M A" userId="5405075f-bf29-424d-b1b6-5e93bcfa21b3" providerId="ADAL" clId="{96F80B79-F7EE-576C-9101-7E5C2051EE06}" dt="2026-05-14T19:29:38.732" v="251" actId="20577"/>
          <ac:spMkLst>
            <pc:docMk/>
            <pc:sldMk cId="958274572" sldId="314"/>
            <ac:spMk id="2" creationId="{9EBB5B30-F3C9-7978-9DB7-8546CD73F866}"/>
          </ac:spMkLst>
        </pc:spChg>
        <pc:spChg chg="mod">
          <ac:chgData name="Masud, M A" userId="5405075f-bf29-424d-b1b6-5e93bcfa21b3" providerId="ADAL" clId="{96F80B79-F7EE-576C-9101-7E5C2051EE06}" dt="2026-05-14T19:29:27.813" v="234" actId="20577"/>
          <ac:spMkLst>
            <pc:docMk/>
            <pc:sldMk cId="958274572" sldId="314"/>
            <ac:spMk id="3" creationId="{E9F0FD70-B170-4701-8CA7-9C1063F07F7B}"/>
          </ac:spMkLst>
        </pc:spChg>
        <pc:spChg chg="del mod">
          <ac:chgData name="Masud, M A" userId="5405075f-bf29-424d-b1b6-5e93bcfa21b3" providerId="ADAL" clId="{96F80B79-F7EE-576C-9101-7E5C2051EE06}" dt="2026-05-14T20:18:53.869" v="1013" actId="478"/>
          <ac:spMkLst>
            <pc:docMk/>
            <pc:sldMk cId="958274572" sldId="314"/>
            <ac:spMk id="4" creationId="{725A3765-D8A8-4792-9441-A49D35BDD03D}"/>
          </ac:spMkLst>
        </pc:spChg>
        <pc:spChg chg="add del">
          <ac:chgData name="Masud, M A" userId="5405075f-bf29-424d-b1b6-5e93bcfa21b3" providerId="ADAL" clId="{96F80B79-F7EE-576C-9101-7E5C2051EE06}" dt="2026-05-14T20:18:47.122" v="1011" actId="22"/>
          <ac:spMkLst>
            <pc:docMk/>
            <pc:sldMk cId="958274572" sldId="314"/>
            <ac:spMk id="6" creationId="{12FECA31-B367-D810-BAE3-6C34D4576ED2}"/>
          </ac:spMkLst>
        </pc:spChg>
      </pc:sldChg>
      <pc:sldChg chg="modSp add mod">
        <pc:chgData name="Masud, M A" userId="5405075f-bf29-424d-b1b6-5e93bcfa21b3" providerId="ADAL" clId="{96F80B79-F7EE-576C-9101-7E5C2051EE06}" dt="2026-05-14T20:36:17.133" v="1152" actId="20577"/>
        <pc:sldMkLst>
          <pc:docMk/>
          <pc:sldMk cId="221374221" sldId="315"/>
        </pc:sldMkLst>
        <pc:spChg chg="mod">
          <ac:chgData name="Masud, M A" userId="5405075f-bf29-424d-b1b6-5e93bcfa21b3" providerId="ADAL" clId="{96F80B79-F7EE-576C-9101-7E5C2051EE06}" dt="2026-05-14T20:25:54.684" v="1040" actId="20577"/>
          <ac:spMkLst>
            <pc:docMk/>
            <pc:sldMk cId="221374221" sldId="315"/>
            <ac:spMk id="2" creationId="{0AEA92CE-4F4A-0CB6-B047-0F038CD00BAA}"/>
          </ac:spMkLst>
        </pc:spChg>
        <pc:spChg chg="mod">
          <ac:chgData name="Masud, M A" userId="5405075f-bf29-424d-b1b6-5e93bcfa21b3" providerId="ADAL" clId="{96F80B79-F7EE-576C-9101-7E5C2051EE06}" dt="2026-05-14T20:36:17.133" v="1152" actId="20577"/>
          <ac:spMkLst>
            <pc:docMk/>
            <pc:sldMk cId="221374221" sldId="315"/>
            <ac:spMk id="3" creationId="{294E201E-83F1-CD18-16E2-A22C06AB1998}"/>
          </ac:spMkLst>
        </pc:spChg>
      </pc:sldChg>
      <pc:sldChg chg="addSp delSp add mod">
        <pc:chgData name="Masud, M A" userId="5405075f-bf29-424d-b1b6-5e93bcfa21b3" providerId="ADAL" clId="{96F80B79-F7EE-576C-9101-7E5C2051EE06}" dt="2026-05-14T19:49:39.293" v="677" actId="478"/>
        <pc:sldMkLst>
          <pc:docMk/>
          <pc:sldMk cId="3248918402" sldId="316"/>
        </pc:sldMkLst>
        <pc:spChg chg="add del">
          <ac:chgData name="Masud, M A" userId="5405075f-bf29-424d-b1b6-5e93bcfa21b3" providerId="ADAL" clId="{96F80B79-F7EE-576C-9101-7E5C2051EE06}" dt="2026-05-14T19:49:39.293" v="677" actId="478"/>
          <ac:spMkLst>
            <pc:docMk/>
            <pc:sldMk cId="3248918402" sldId="316"/>
            <ac:spMk id="12" creationId="{B1D151FC-A99C-4E49-BD37-ED1FE5F0CAE7}"/>
          </ac:spMkLst>
        </pc:spChg>
      </pc:sldChg>
      <pc:sldChg chg="modSp new del mod">
        <pc:chgData name="Masud, M A" userId="5405075f-bf29-424d-b1b6-5e93bcfa21b3" providerId="ADAL" clId="{96F80B79-F7EE-576C-9101-7E5C2051EE06}" dt="2026-05-14T19:42:18.305" v="597" actId="2696"/>
        <pc:sldMkLst>
          <pc:docMk/>
          <pc:sldMk cId="3517800475" sldId="316"/>
        </pc:sldMkLst>
        <pc:spChg chg="mod">
          <ac:chgData name="Masud, M A" userId="5405075f-bf29-424d-b1b6-5e93bcfa21b3" providerId="ADAL" clId="{96F80B79-F7EE-576C-9101-7E5C2051EE06}" dt="2026-05-14T19:41:59.231" v="596" actId="5793"/>
          <ac:spMkLst>
            <pc:docMk/>
            <pc:sldMk cId="3517800475" sldId="316"/>
            <ac:spMk id="3" creationId="{11038D6A-86F2-9E4F-7E75-337DB56CE992}"/>
          </ac:spMkLst>
        </pc:spChg>
      </pc:sldChg>
      <pc:sldChg chg="addSp modSp add mod modAnim">
        <pc:chgData name="Masud, M A" userId="5405075f-bf29-424d-b1b6-5e93bcfa21b3" providerId="ADAL" clId="{96F80B79-F7EE-576C-9101-7E5C2051EE06}" dt="2026-05-15T14:27:21.755" v="2008"/>
        <pc:sldMkLst>
          <pc:docMk/>
          <pc:sldMk cId="855781828" sldId="317"/>
        </pc:sldMkLst>
        <pc:spChg chg="mod">
          <ac:chgData name="Masud, M A" userId="5405075f-bf29-424d-b1b6-5e93bcfa21b3" providerId="ADAL" clId="{96F80B79-F7EE-576C-9101-7E5C2051EE06}" dt="2026-05-14T19:59:06.634" v="812" actId="21"/>
          <ac:spMkLst>
            <pc:docMk/>
            <pc:sldMk cId="855781828" sldId="317"/>
            <ac:spMk id="2" creationId="{2BED3BE3-4D59-F266-9D07-DA073F586E4A}"/>
          </ac:spMkLst>
        </pc:spChg>
        <pc:spChg chg="mod">
          <ac:chgData name="Masud, M A" userId="5405075f-bf29-424d-b1b6-5e93bcfa21b3" providerId="ADAL" clId="{96F80B79-F7EE-576C-9101-7E5C2051EE06}" dt="2026-05-15T14:25:41.173" v="1936" actId="20577"/>
          <ac:spMkLst>
            <pc:docMk/>
            <pc:sldMk cId="855781828" sldId="317"/>
            <ac:spMk id="3" creationId="{22A00F4B-5B79-D928-DB4E-4DB8FD652576}"/>
          </ac:spMkLst>
        </pc:spChg>
        <pc:spChg chg="add mod">
          <ac:chgData name="Masud, M A" userId="5405075f-bf29-424d-b1b6-5e93bcfa21b3" providerId="ADAL" clId="{96F80B79-F7EE-576C-9101-7E5C2051EE06}" dt="2026-05-15T14:20:56.850" v="1852" actId="1035"/>
          <ac:spMkLst>
            <pc:docMk/>
            <pc:sldMk cId="855781828" sldId="317"/>
            <ac:spMk id="6" creationId="{ACFE6915-2594-A248-B3F4-C7EC5578C1AA}"/>
          </ac:spMkLst>
        </pc:spChg>
        <pc:spChg chg="add mod">
          <ac:chgData name="Masud, M A" userId="5405075f-bf29-424d-b1b6-5e93bcfa21b3" providerId="ADAL" clId="{96F80B79-F7EE-576C-9101-7E5C2051EE06}" dt="2026-05-15T14:20:56.850" v="1852" actId="1035"/>
          <ac:spMkLst>
            <pc:docMk/>
            <pc:sldMk cId="855781828" sldId="317"/>
            <ac:spMk id="14" creationId="{E74E6DB5-5724-33F4-D183-FCFCFC0D654E}"/>
          </ac:spMkLst>
        </pc:spChg>
        <pc:spChg chg="add mod">
          <ac:chgData name="Masud, M A" userId="5405075f-bf29-424d-b1b6-5e93bcfa21b3" providerId="ADAL" clId="{96F80B79-F7EE-576C-9101-7E5C2051EE06}" dt="2026-05-15T14:26:58.459" v="2007" actId="1076"/>
          <ac:spMkLst>
            <pc:docMk/>
            <pc:sldMk cId="855781828" sldId="317"/>
            <ac:spMk id="16" creationId="{9000C233-8CDA-C8BA-32C6-133C33EAA519}"/>
          </ac:spMkLst>
        </pc:spChg>
        <pc:spChg chg="add mod">
          <ac:chgData name="Masud, M A" userId="5405075f-bf29-424d-b1b6-5e93bcfa21b3" providerId="ADAL" clId="{96F80B79-F7EE-576C-9101-7E5C2051EE06}" dt="2026-05-15T14:24:07.932" v="1877" actId="14100"/>
          <ac:spMkLst>
            <pc:docMk/>
            <pc:sldMk cId="855781828" sldId="317"/>
            <ac:spMk id="20" creationId="{CBA98B96-CD4B-0417-3944-9CFA08B27EB6}"/>
          </ac:spMkLst>
        </pc:spChg>
        <pc:cxnChg chg="add mod">
          <ac:chgData name="Masud, M A" userId="5405075f-bf29-424d-b1b6-5e93bcfa21b3" providerId="ADAL" clId="{96F80B79-F7EE-576C-9101-7E5C2051EE06}" dt="2026-05-15T14:20:56.850" v="1852" actId="1035"/>
          <ac:cxnSpMkLst>
            <pc:docMk/>
            <pc:sldMk cId="855781828" sldId="317"/>
            <ac:cxnSpMk id="4" creationId="{53DC4A02-3DD7-50A2-75D5-8B515CE66C4A}"/>
          </ac:cxnSpMkLst>
        </pc:cxnChg>
        <pc:cxnChg chg="add mod">
          <ac:chgData name="Masud, M A" userId="5405075f-bf29-424d-b1b6-5e93bcfa21b3" providerId="ADAL" clId="{96F80B79-F7EE-576C-9101-7E5C2051EE06}" dt="2026-05-15T14:26:40.020" v="1999" actId="1035"/>
          <ac:cxnSpMkLst>
            <pc:docMk/>
            <pc:sldMk cId="855781828" sldId="317"/>
            <ac:cxnSpMk id="5" creationId="{1ED244C4-1DD2-9E72-950E-F7D1F38FC8A5}"/>
          </ac:cxnSpMkLst>
        </pc:cxnChg>
        <pc:cxnChg chg="add mod">
          <ac:chgData name="Masud, M A" userId="5405075f-bf29-424d-b1b6-5e93bcfa21b3" providerId="ADAL" clId="{96F80B79-F7EE-576C-9101-7E5C2051EE06}" dt="2026-05-15T14:21:24.600" v="1854"/>
          <ac:cxnSpMkLst>
            <pc:docMk/>
            <pc:sldMk cId="855781828" sldId="317"/>
            <ac:cxnSpMk id="8" creationId="{50938BBE-A3BD-26AB-9932-8CF8CB217E4D}"/>
          </ac:cxnSpMkLst>
        </pc:cxnChg>
        <pc:cxnChg chg="add mod">
          <ac:chgData name="Masud, M A" userId="5405075f-bf29-424d-b1b6-5e93bcfa21b3" providerId="ADAL" clId="{96F80B79-F7EE-576C-9101-7E5C2051EE06}" dt="2026-05-15T14:20:56.850" v="1852" actId="1035"/>
          <ac:cxnSpMkLst>
            <pc:docMk/>
            <pc:sldMk cId="855781828" sldId="317"/>
            <ac:cxnSpMk id="9" creationId="{6F5A0E09-3D4B-6375-E6E8-E093B24F486C}"/>
          </ac:cxnSpMkLst>
        </pc:cxnChg>
        <pc:cxnChg chg="add">
          <ac:chgData name="Masud, M A" userId="5405075f-bf29-424d-b1b6-5e93bcfa21b3" providerId="ADAL" clId="{96F80B79-F7EE-576C-9101-7E5C2051EE06}" dt="2026-05-15T14:21:47.057" v="1855" actId="11529"/>
          <ac:cxnSpMkLst>
            <pc:docMk/>
            <pc:sldMk cId="855781828" sldId="317"/>
            <ac:cxnSpMk id="18" creationId="{77F6C98C-E6D4-24FA-1571-13559CA9EDFE}"/>
          </ac:cxnSpMkLst>
        </pc:cxnChg>
        <pc:cxnChg chg="add mod">
          <ac:chgData name="Masud, M A" userId="5405075f-bf29-424d-b1b6-5e93bcfa21b3" providerId="ADAL" clId="{96F80B79-F7EE-576C-9101-7E5C2051EE06}" dt="2026-05-15T14:22:00.963" v="1858"/>
          <ac:cxnSpMkLst>
            <pc:docMk/>
            <pc:sldMk cId="855781828" sldId="317"/>
            <ac:cxnSpMk id="19" creationId="{9B160596-6EF4-285A-BADD-6D33845FC2E7}"/>
          </ac:cxnSpMkLst>
        </pc:cxnChg>
      </pc:sldChg>
      <pc:sldChg chg="add del">
        <pc:chgData name="Masud, M A" userId="5405075f-bf29-424d-b1b6-5e93bcfa21b3" providerId="ADAL" clId="{96F80B79-F7EE-576C-9101-7E5C2051EE06}" dt="2026-05-14T19:56:09.957" v="791"/>
        <pc:sldMkLst>
          <pc:docMk/>
          <pc:sldMk cId="1196241927" sldId="318"/>
        </pc:sldMkLst>
      </pc:sldChg>
      <pc:sldChg chg="modSp add mod">
        <pc:chgData name="Masud, M A" userId="5405075f-bf29-424d-b1b6-5e93bcfa21b3" providerId="ADAL" clId="{96F80B79-F7EE-576C-9101-7E5C2051EE06}" dt="2026-05-14T20:20:45.338" v="1022"/>
        <pc:sldMkLst>
          <pc:docMk/>
          <pc:sldMk cId="2326767358" sldId="318"/>
        </pc:sldMkLst>
        <pc:spChg chg="mod">
          <ac:chgData name="Masud, M A" userId="5405075f-bf29-424d-b1b6-5e93bcfa21b3" providerId="ADAL" clId="{96F80B79-F7EE-576C-9101-7E5C2051EE06}" dt="2026-05-14T20:20:45.338" v="1022"/>
          <ac:spMkLst>
            <pc:docMk/>
            <pc:sldMk cId="2326767358" sldId="318"/>
            <ac:spMk id="3" creationId="{B6576E95-DEF4-1F6F-42D2-9B03AD3CB937}"/>
          </ac:spMkLst>
        </pc:spChg>
        <pc:spChg chg="mod">
          <ac:chgData name="Masud, M A" userId="5405075f-bf29-424d-b1b6-5e93bcfa21b3" providerId="ADAL" clId="{96F80B79-F7EE-576C-9101-7E5C2051EE06}" dt="2026-05-14T20:19:07.152" v="1014" actId="113"/>
          <ac:spMkLst>
            <pc:docMk/>
            <pc:sldMk cId="2326767358" sldId="318"/>
            <ac:spMk id="4" creationId="{121F022F-DAD3-93D7-9980-7577701AD3EF}"/>
          </ac:spMkLst>
        </pc:spChg>
      </pc:sldChg>
      <pc:sldChg chg="delSp add del mod">
        <pc:chgData name="Masud, M A" userId="5405075f-bf29-424d-b1b6-5e93bcfa21b3" providerId="ADAL" clId="{96F80B79-F7EE-576C-9101-7E5C2051EE06}" dt="2026-05-15T18:36:16.795" v="2166" actId="2696"/>
        <pc:sldMkLst>
          <pc:docMk/>
          <pc:sldMk cId="1527837264" sldId="319"/>
        </pc:sldMkLst>
        <pc:spChg chg="del">
          <ac:chgData name="Masud, M A" userId="5405075f-bf29-424d-b1b6-5e93bcfa21b3" providerId="ADAL" clId="{96F80B79-F7EE-576C-9101-7E5C2051EE06}" dt="2026-05-14T20:21:02.453" v="1025" actId="478"/>
          <ac:spMkLst>
            <pc:docMk/>
            <pc:sldMk cId="1527837264" sldId="319"/>
            <ac:spMk id="4" creationId="{289E295F-CCC5-8D4C-714D-2F12106F7086}"/>
          </ac:spMkLst>
        </pc:spChg>
      </pc:sldChg>
      <pc:sldChg chg="modSp add mod">
        <pc:chgData name="Masud, M A" userId="5405075f-bf29-424d-b1b6-5e93bcfa21b3" providerId="ADAL" clId="{96F80B79-F7EE-576C-9101-7E5C2051EE06}" dt="2026-05-15T14:18:40.095" v="1812" actId="20577"/>
        <pc:sldMkLst>
          <pc:docMk/>
          <pc:sldMk cId="3043345444" sldId="320"/>
        </pc:sldMkLst>
        <pc:spChg chg="mod">
          <ac:chgData name="Masud, M A" userId="5405075f-bf29-424d-b1b6-5e93bcfa21b3" providerId="ADAL" clId="{96F80B79-F7EE-576C-9101-7E5C2051EE06}" dt="2026-05-15T14:18:40.095" v="1812" actId="20577"/>
          <ac:spMkLst>
            <pc:docMk/>
            <pc:sldMk cId="3043345444" sldId="320"/>
            <ac:spMk id="4" creationId="{BCD779F4-8D55-CB2E-7A05-7CACA94F7DE7}"/>
          </ac:spMkLst>
        </pc:spChg>
      </pc:sldChg>
      <pc:sldChg chg="add del">
        <pc:chgData name="Masud, M A" userId="5405075f-bf29-424d-b1b6-5e93bcfa21b3" providerId="ADAL" clId="{96F80B79-F7EE-576C-9101-7E5C2051EE06}" dt="2026-05-14T20:49:12.050" v="1410"/>
        <pc:sldMkLst>
          <pc:docMk/>
          <pc:sldMk cId="2057723451" sldId="321"/>
        </pc:sldMkLst>
      </pc:sldChg>
      <pc:sldChg chg="addSp delSp modSp add del mod">
        <pc:chgData name="Masud, M A" userId="5405075f-bf29-424d-b1b6-5e93bcfa21b3" providerId="ADAL" clId="{96F80B79-F7EE-576C-9101-7E5C2051EE06}" dt="2026-05-15T18:35:45.384" v="2160" actId="2696"/>
        <pc:sldMkLst>
          <pc:docMk/>
          <pc:sldMk cId="3687151869" sldId="321"/>
        </pc:sldMkLst>
        <pc:spChg chg="mod">
          <ac:chgData name="Masud, M A" userId="5405075f-bf29-424d-b1b6-5e93bcfa21b3" providerId="ADAL" clId="{96F80B79-F7EE-576C-9101-7E5C2051EE06}" dt="2026-05-14T20:51:55.004" v="1449" actId="20577"/>
          <ac:spMkLst>
            <pc:docMk/>
            <pc:sldMk cId="3687151869" sldId="321"/>
            <ac:spMk id="2" creationId="{231148CA-6877-6157-C514-56725CBF5CAD}"/>
          </ac:spMkLst>
        </pc:spChg>
        <pc:spChg chg="mod">
          <ac:chgData name="Masud, M A" userId="5405075f-bf29-424d-b1b6-5e93bcfa21b3" providerId="ADAL" clId="{96F80B79-F7EE-576C-9101-7E5C2051EE06}" dt="2026-05-14T20:54:21.397" v="1528" actId="1076"/>
          <ac:spMkLst>
            <pc:docMk/>
            <pc:sldMk cId="3687151869" sldId="321"/>
            <ac:spMk id="3" creationId="{AF2EEB99-6006-4B6E-8326-660CB4AB4CBB}"/>
          </ac:spMkLst>
        </pc:spChg>
        <pc:spChg chg="mod">
          <ac:chgData name="Masud, M A" userId="5405075f-bf29-424d-b1b6-5e93bcfa21b3" providerId="ADAL" clId="{96F80B79-F7EE-576C-9101-7E5C2051EE06}" dt="2026-05-14T20:57:14.794" v="1632" actId="20577"/>
          <ac:spMkLst>
            <pc:docMk/>
            <pc:sldMk cId="3687151869" sldId="321"/>
            <ac:spMk id="5" creationId="{424EAA0A-A31D-EA62-71C0-37D40CE98174}"/>
          </ac:spMkLst>
        </pc:spChg>
        <pc:spChg chg="del mod">
          <ac:chgData name="Masud, M A" userId="5405075f-bf29-424d-b1b6-5e93bcfa21b3" providerId="ADAL" clId="{96F80B79-F7EE-576C-9101-7E5C2051EE06}" dt="2026-05-14T20:52:43.914" v="1468" actId="478"/>
          <ac:spMkLst>
            <pc:docMk/>
            <pc:sldMk cId="3687151869" sldId="321"/>
            <ac:spMk id="7" creationId="{3CBAE857-1D7B-68AF-1136-FFB4D0FC99F3}"/>
          </ac:spMkLst>
        </pc:spChg>
        <pc:spChg chg="del mod">
          <ac:chgData name="Masud, M A" userId="5405075f-bf29-424d-b1b6-5e93bcfa21b3" providerId="ADAL" clId="{96F80B79-F7EE-576C-9101-7E5C2051EE06}" dt="2026-05-14T20:51:35.177" v="1427" actId="478"/>
          <ac:spMkLst>
            <pc:docMk/>
            <pc:sldMk cId="3687151869" sldId="321"/>
            <ac:spMk id="8" creationId="{7C2338CD-0AEC-6D9E-C4A0-A11595C7D8EB}"/>
          </ac:spMkLst>
        </pc:spChg>
        <pc:spChg chg="del mod">
          <ac:chgData name="Masud, M A" userId="5405075f-bf29-424d-b1b6-5e93bcfa21b3" providerId="ADAL" clId="{96F80B79-F7EE-576C-9101-7E5C2051EE06}" dt="2026-05-14T20:51:43.807" v="1429" actId="478"/>
          <ac:spMkLst>
            <pc:docMk/>
            <pc:sldMk cId="3687151869" sldId="321"/>
            <ac:spMk id="9" creationId="{8386E18F-726E-7D73-943D-0D3DDE23A315}"/>
          </ac:spMkLst>
        </pc:spChg>
        <pc:spChg chg="del">
          <ac:chgData name="Masud, M A" userId="5405075f-bf29-424d-b1b6-5e93bcfa21b3" providerId="ADAL" clId="{96F80B79-F7EE-576C-9101-7E5C2051EE06}" dt="2026-05-14T20:51:38.361" v="1428" actId="478"/>
          <ac:spMkLst>
            <pc:docMk/>
            <pc:sldMk cId="3687151869" sldId="321"/>
            <ac:spMk id="10" creationId="{0E4AADEE-BFC2-15CA-177C-5AE260663013}"/>
          </ac:spMkLst>
        </pc:spChg>
        <pc:spChg chg="del mod">
          <ac:chgData name="Masud, M A" userId="5405075f-bf29-424d-b1b6-5e93bcfa21b3" providerId="ADAL" clId="{96F80B79-F7EE-576C-9101-7E5C2051EE06}" dt="2026-05-15T14:29:17.418" v="2011" actId="478"/>
          <ac:spMkLst>
            <pc:docMk/>
            <pc:sldMk cId="3687151869" sldId="321"/>
            <ac:spMk id="11" creationId="{7803E4E2-32DC-38A3-FC20-86DE77071BCD}"/>
          </ac:spMkLst>
        </pc:spChg>
        <pc:spChg chg="add mod">
          <ac:chgData name="Masud, M A" userId="5405075f-bf29-424d-b1b6-5e93bcfa21b3" providerId="ADAL" clId="{96F80B79-F7EE-576C-9101-7E5C2051EE06}" dt="2026-05-15T14:14:01.058" v="1749" actId="207"/>
          <ac:spMkLst>
            <pc:docMk/>
            <pc:sldMk cId="3687151869" sldId="321"/>
            <ac:spMk id="12" creationId="{A9BD8FFD-C8A1-45FD-2355-85706D3E4283}"/>
          </ac:spMkLst>
        </pc:spChg>
        <pc:spChg chg="add del mod">
          <ac:chgData name="Masud, M A" userId="5405075f-bf29-424d-b1b6-5e93bcfa21b3" providerId="ADAL" clId="{96F80B79-F7EE-576C-9101-7E5C2051EE06}" dt="2026-05-15T14:29:18.654" v="2012" actId="478"/>
          <ac:spMkLst>
            <pc:docMk/>
            <pc:sldMk cId="3687151869" sldId="321"/>
            <ac:spMk id="13" creationId="{6FCF81D8-3F6E-9144-8516-292E4CA84FF1}"/>
          </ac:spMkLst>
        </pc:spChg>
        <pc:picChg chg="del">
          <ac:chgData name="Masud, M A" userId="5405075f-bf29-424d-b1b6-5e93bcfa21b3" providerId="ADAL" clId="{96F80B79-F7EE-576C-9101-7E5C2051EE06}" dt="2026-05-14T20:49:23.078" v="1417" actId="478"/>
          <ac:picMkLst>
            <pc:docMk/>
            <pc:sldMk cId="3687151869" sldId="321"/>
            <ac:picMk id="6" creationId="{3F7AB465-6866-0B2E-C13F-F2C8B2698F40}"/>
          </ac:picMkLst>
        </pc:picChg>
      </pc:sldChg>
      <pc:sldChg chg="modSp add del mod ord">
        <pc:chgData name="Masud, M A" userId="5405075f-bf29-424d-b1b6-5e93bcfa21b3" providerId="ADAL" clId="{96F80B79-F7EE-576C-9101-7E5C2051EE06}" dt="2026-05-15T18:35:45.593" v="2161" actId="2696"/>
        <pc:sldMkLst>
          <pc:docMk/>
          <pc:sldMk cId="1027253009" sldId="322"/>
        </pc:sldMkLst>
        <pc:spChg chg="mod">
          <ac:chgData name="Masud, M A" userId="5405075f-bf29-424d-b1b6-5e93bcfa21b3" providerId="ADAL" clId="{96F80B79-F7EE-576C-9101-7E5C2051EE06}" dt="2026-05-15T14:17:13.214" v="1799" actId="20577"/>
          <ac:spMkLst>
            <pc:docMk/>
            <pc:sldMk cId="1027253009" sldId="322"/>
            <ac:spMk id="11" creationId="{4B70787F-114A-EA12-3FE1-2FADF3CB245C}"/>
          </ac:spMkLst>
        </pc:spChg>
      </pc:sldChg>
      <pc:sldChg chg="modSp add del">
        <pc:chgData name="Masud, M A" userId="5405075f-bf29-424d-b1b6-5e93bcfa21b3" providerId="ADAL" clId="{96F80B79-F7EE-576C-9101-7E5C2051EE06}" dt="2026-05-15T18:35:45.988" v="2163" actId="2696"/>
        <pc:sldMkLst>
          <pc:docMk/>
          <pc:sldMk cId="92400814" sldId="323"/>
        </pc:sldMkLst>
        <pc:spChg chg="mod">
          <ac:chgData name="Masud, M A" userId="5405075f-bf29-424d-b1b6-5e93bcfa21b3" providerId="ADAL" clId="{96F80B79-F7EE-576C-9101-7E5C2051EE06}" dt="2026-05-15T14:14:58.426" v="1777" actId="20577"/>
          <ac:spMkLst>
            <pc:docMk/>
            <pc:sldMk cId="92400814" sldId="323"/>
            <ac:spMk id="11" creationId="{6E40BE26-B35D-1C2E-9020-3037FE5DED02}"/>
          </ac:spMkLst>
        </pc:spChg>
      </pc:sldChg>
      <pc:sldChg chg="modSp add mod">
        <pc:chgData name="Masud, M A" userId="5405075f-bf29-424d-b1b6-5e93bcfa21b3" providerId="ADAL" clId="{96F80B79-F7EE-576C-9101-7E5C2051EE06}" dt="2026-05-15T18:36:02.267" v="2165" actId="20577"/>
        <pc:sldMkLst>
          <pc:docMk/>
          <pc:sldMk cId="3322354880" sldId="324"/>
        </pc:sldMkLst>
        <pc:spChg chg="mod">
          <ac:chgData name="Masud, M A" userId="5405075f-bf29-424d-b1b6-5e93bcfa21b3" providerId="ADAL" clId="{96F80B79-F7EE-576C-9101-7E5C2051EE06}" dt="2026-05-15T18:35:54.266" v="2164" actId="20577"/>
          <ac:spMkLst>
            <pc:docMk/>
            <pc:sldMk cId="3322354880" sldId="324"/>
            <ac:spMk id="3" creationId="{299A2DF6-BCF7-D766-C5A9-6412116E2544}"/>
          </ac:spMkLst>
        </pc:spChg>
        <pc:spChg chg="mod">
          <ac:chgData name="Masud, M A" userId="5405075f-bf29-424d-b1b6-5e93bcfa21b3" providerId="ADAL" clId="{96F80B79-F7EE-576C-9101-7E5C2051EE06}" dt="2026-05-15T18:32:27.350" v="2070" actId="20577"/>
          <ac:spMkLst>
            <pc:docMk/>
            <pc:sldMk cId="3322354880" sldId="324"/>
            <ac:spMk id="5" creationId="{0E8A87FD-66FD-368F-4D9B-323B262F6299}"/>
          </ac:spMkLst>
        </pc:spChg>
        <pc:spChg chg="mod">
          <ac:chgData name="Masud, M A" userId="5405075f-bf29-424d-b1b6-5e93bcfa21b3" providerId="ADAL" clId="{96F80B79-F7EE-576C-9101-7E5C2051EE06}" dt="2026-05-15T18:36:02.267" v="2165" actId="20577"/>
          <ac:spMkLst>
            <pc:docMk/>
            <pc:sldMk cId="3322354880" sldId="324"/>
            <ac:spMk id="11" creationId="{1EA53E83-3229-45A7-6835-56424EBC32F4}"/>
          </ac:spMkLst>
        </pc:spChg>
        <pc:spChg chg="mod">
          <ac:chgData name="Masud, M A" userId="5405075f-bf29-424d-b1b6-5e93bcfa21b3" providerId="ADAL" clId="{96F80B79-F7EE-576C-9101-7E5C2051EE06}" dt="2026-05-15T18:34:31.625" v="2152" actId="1076"/>
          <ac:spMkLst>
            <pc:docMk/>
            <pc:sldMk cId="3322354880" sldId="324"/>
            <ac:spMk id="13" creationId="{7A059C3E-3F20-6C45-1066-FD66DC960F3A}"/>
          </ac:spMkLst>
        </pc:spChg>
      </pc:sldChg>
      <pc:sldChg chg="add del">
        <pc:chgData name="Masud, M A" userId="5405075f-bf29-424d-b1b6-5e93bcfa21b3" providerId="ADAL" clId="{96F80B79-F7EE-576C-9101-7E5C2051EE06}" dt="2026-05-15T18:35:45.763" v="2162" actId="2696"/>
        <pc:sldMkLst>
          <pc:docMk/>
          <pc:sldMk cId="3725626514" sldId="32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0D7B-F090-98EF-6943-7981513C3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4E4D6-0316-F118-AF3C-2FB939CF4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5999-2766-94EA-778D-525A7DF2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EC03E-7685-2D99-EF0C-726BC787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545A0-97B4-1132-2755-8F5A19B7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6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686B-BCFB-9C4C-94D4-67B98191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9F65F-5B6C-C207-46CE-020BE995F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6CF7A-E3D1-4FF0-08D1-EDB444B7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2C0A6-17C5-649C-147D-E50099B0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FBB9-4671-4C25-080A-C9E387C6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6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4A4A-02CE-48F2-1FA0-EF053426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8C05B-71EA-D857-EFF4-D00D9490C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085F6-5077-B0C1-960F-CBF7484A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A0ED-DDAB-CAF4-C3D8-F9002615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159F-D987-5621-7799-4D89307E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70C6-7181-6FB5-54A9-79E96471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58F82-8250-05EB-B0B9-3C904DD66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71748-B089-5C3F-EAF7-0F1EDAC6F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1DA0C-A709-7373-4E61-BA4C93F9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9B10D-1168-2DA0-4F82-DA1C561D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00FAD-FA39-488D-C6FB-A8235493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B248-292B-3139-3E2A-E60CC75A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D8DA4-BA6B-0D56-DC9D-DBAE9BEC4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438C7-7883-9584-2F89-FD1CD08A9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B9800-94D0-C7E1-BBF7-BC275F1B9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52647-E6E0-FE15-12F0-C630C9391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7F6CC-8FFB-A5C9-50FA-D5124FC6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BEB34-8471-57D6-D335-2003FC7D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4B531-90BD-768A-3949-44B3E39E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9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B0CA-583B-0D1C-837B-EF04B481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0D78D-B629-43F9-FA5A-6FF5C3D6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44529-D48D-F8EE-E6EB-DD2C1A57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8A7BF-EA1C-4894-1882-DD6D41BB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4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DB32B-C497-41C6-D0EF-8259012C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89B40-8233-CAF2-F558-318B91FA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DFAF-F871-2ADE-330F-A8F9754F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3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6C12-AB85-EE89-19A7-A57378A4E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04BF5-7354-CA3D-A683-A00FB37F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18C78-A45E-70A3-DA70-C2D26BEE6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3AD0A-0F5B-F7BF-3595-2A6787FD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6E43C-C2D1-242C-EB6B-5A0E0715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53A06-0B28-AE04-3243-5E8A3956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9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9DAE-C5FF-8530-2C2F-9FB5FD34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05AC2-F5B1-CF82-09C8-07DBBEF88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9232D-C594-5F19-CB2C-E44B89A42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FD71C-1E3D-8137-5ED0-AB448A0A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E114A-85BF-E29D-08BA-AF9C8D00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5202C-7AAA-624D-856C-A79555E7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7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FFDF-60E0-00CD-62A2-B04CA3AD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E2555-9D64-D9C8-39B2-0951C0F99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7D039-779D-8073-3A97-E6BBA47F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CA247-EEE0-6267-D26A-B6B18F97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E4ECE-1D83-474D-FEA2-3C659E5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0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4444D-C19E-D5C7-76C2-F72257F66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FB161-D0DD-7547-7C51-680BC53DB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690F4-16DA-1F44-2840-5AA30FBE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44C46-A205-BDBE-99C6-7DE3AFD0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E23F5-AB4E-EF33-E3A7-56C382F9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2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D2811-0734-D482-54E5-9B8A8681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8CA1D-7E58-F00A-A853-83D8CAB14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41A3-D257-3B45-2072-77DD57236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2E41D-ED52-0C46-81BC-8E02BE337A4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E0D24-11CD-D5E6-A526-71D61A8FB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0C32E-DF2D-E130-0A78-64D75CD21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6A287-DA00-C447-A334-75D70E326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biocyb1.cs.ucla.edu/combo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si.institute/videos/identifiability-and-infectious-disease-models-exploring-the-structure-of-uncertainty/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epimath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ww.youtube.com/watch?v=_5is1F9tKT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B8EF-23A2-B1F8-266B-B707C40F6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Identifiability in model parameterization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804F7-F3C3-C9AD-B45C-626736D7EE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 A Masud</a:t>
            </a:r>
          </a:p>
          <a:p>
            <a:r>
              <a:rPr lang="en-US" dirty="0"/>
              <a:t>May 15, 2026</a:t>
            </a:r>
          </a:p>
        </p:txBody>
      </p:sp>
    </p:spTree>
    <p:extLst>
      <p:ext uri="{BB962C8B-B14F-4D97-AF65-F5344CB8AC3E}">
        <p14:creationId xmlns:p14="http://schemas.microsoft.com/office/powerpoint/2010/main" val="288291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1E1D-5424-E8AA-872B-836252D8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8321-FBA9-73E3-21B3-A3F75463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576E95-DEF4-1F6F-42D2-9B03AD3CB9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9217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State variables,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Parameters,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Output/Observation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576E95-DEF4-1F6F-42D2-9B03AD3CB9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9217" y="1825625"/>
                <a:ext cx="10515600" cy="4351338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F022F-DAD3-93D7-9980-7577701AD3EF}"/>
                  </a:ext>
                </a:extLst>
              </p:cNvPr>
              <p:cNvSpPr txBox="1"/>
              <p:nvPr/>
            </p:nvSpPr>
            <p:spPr>
              <a:xfrm>
                <a:off x="7965195" y="1690688"/>
                <a:ext cx="4120309" cy="3357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/>
                          </m:sSub>
                        </m:num>
                        <m:den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/>
                              </m:s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/>
                              </m:sSub>
                            </m:num>
                            <m:den>
                              <m:r>
                                <a:rPr lang="en-US" sz="24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/>
                      </m:sSub>
                    </m:oMath>
                  </m:oMathPara>
                </a14:m>
                <a:endParaRPr lang="en-US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/>
                          </m:sSub>
                        </m:num>
                        <m:den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/>
                              </m:s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/>
                              </m:sSub>
                            </m:num>
                            <m:den>
                              <m:r>
                                <a:rPr lang="en-US" sz="24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/>
                      </m:sSub>
                    </m:oMath>
                  </m:oMathPara>
                </a14:m>
                <a:endParaRPr lang="en-US" sz="24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endParaRPr lang="en-US" sz="24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endParaRPr lang="en-US" sz="24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𝜽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4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endParaRPr lang="en-US" sz="24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F022F-DAD3-93D7-9980-7577701AD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95" y="1690688"/>
                <a:ext cx="4120309" cy="3357201"/>
              </a:xfrm>
              <a:prstGeom prst="rect">
                <a:avLst/>
              </a:prstGeom>
              <a:blipFill>
                <a:blip r:embed="rId3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76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E272-CC6F-B657-066A-B2932E1E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B88B1-A6EE-614A-B6E4-9F95EC0D3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000" dirty="0"/>
                  <a:t>Does the models structure allows to uniquely identify the parameters?</a:t>
                </a:r>
              </a:p>
              <a:p>
                <a:r>
                  <a:rPr lang="en-US" sz="3000" dirty="0"/>
                  <a:t>If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sz="3000" dirty="0"/>
                  <a:t>Property</a:t>
                </a:r>
                <a:r>
                  <a:rPr lang="en-US" dirty="0"/>
                  <a:t> of a model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B88B1-A6EE-614A-B6E4-9F95EC0D3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68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6A18-A9F8-C269-CDE4-8436F4CE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92CE-4F4A-0CB6-B047-0F038CD0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E201E-83F1-CD18-16E2-A22C06AB19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Why </a:t>
                </a:r>
                <a:r>
                  <a:rPr lang="en-US" dirty="0"/>
                  <a:t>is it important?</a:t>
                </a:r>
              </a:p>
              <a:p>
                <a:pPr lvl="1"/>
                <a:r>
                  <a:rPr lang="en-US" b="0" dirty="0"/>
                  <a:t>I</a:t>
                </a:r>
                <a:r>
                  <a:rPr lang="en-US" dirty="0"/>
                  <a:t>ndividual specific features, e. g. growth, drug response.</a:t>
                </a:r>
              </a:p>
              <a:p>
                <a:pPr lvl="1"/>
                <a:r>
                  <a:rPr lang="en-US" dirty="0"/>
                  <a:t>Drug specific potency.</a:t>
                </a:r>
              </a:p>
              <a:p>
                <a:pPr lvl="1"/>
                <a:r>
                  <a:rPr lang="en-US" dirty="0"/>
                  <a:t>Might result in wrong prediction.</a:t>
                </a:r>
              </a:p>
              <a:p>
                <a:endParaRPr lang="en-US" dirty="0"/>
              </a:p>
              <a:p>
                <a:r>
                  <a:rPr lang="en-US" dirty="0"/>
                  <a:t>How to prove structural identifiability?</a:t>
                </a:r>
                <a:endParaRPr lang="en-US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E201E-83F1-CD18-16E2-A22C06AB19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F49B-FCE1-EDD9-162F-56477253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algebra-based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FF9AE-30A2-7708-D25E-AE4509D3C7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Rewrite the model in terms of the output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 and parameters 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 to express the dependency of the observable on the parameters. This is known as the input-output equation.</a:t>
                </a:r>
              </a:p>
              <a:p>
                <a:pPr lvl="1"/>
                <a:r>
                  <a:rPr lang="en-US" dirty="0"/>
                  <a:t>Substitute y in one equation.</a:t>
                </a:r>
              </a:p>
              <a:p>
                <a:pPr lvl="1"/>
                <a:r>
                  <a:rPr lang="en-US" dirty="0"/>
                  <a:t>Simplify to find another state variable. </a:t>
                </a:r>
              </a:p>
              <a:p>
                <a:pPr lvl="1"/>
                <a:r>
                  <a:rPr lang="en-US" dirty="0"/>
                  <a:t>Differentiate to find the respective derivative.</a:t>
                </a:r>
              </a:p>
              <a:p>
                <a:pPr lvl="1"/>
                <a:r>
                  <a:rPr lang="en-US" dirty="0"/>
                  <a:t>Equate with the respective derivative the in the model.</a:t>
                </a:r>
              </a:p>
              <a:p>
                <a:pPr lvl="1"/>
                <a:r>
                  <a:rPr lang="en-US" dirty="0"/>
                  <a:t>You got the input-output equation!!!</a:t>
                </a:r>
              </a:p>
              <a:p>
                <a:r>
                  <a:rPr lang="en-US" dirty="0"/>
                  <a:t>Normalize the input-output equation by the coefficient of the highest  derivative.</a:t>
                </a:r>
              </a:p>
              <a:p>
                <a:r>
                  <a:rPr lang="en-US" dirty="0"/>
                  <a:t>Examine the injectivity of the coefficients of the monic polynomial with respect to the parameters, which confirms the structural identifiability of the model.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FF9AE-30A2-7708-D25E-AE4509D3C7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76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C51B-F662-1867-C029-7174C8F6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algebra-based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67D49-8CBA-9BC3-31CC-8A47EF8827E5}"/>
                  </a:ext>
                </a:extLst>
              </p:cNvPr>
              <p:cNvSpPr txBox="1"/>
              <p:nvPr/>
            </p:nvSpPr>
            <p:spPr>
              <a:xfrm>
                <a:off x="838200" y="1398113"/>
                <a:ext cx="11476512" cy="3629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We have the model,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2200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b/>
                        </m:sSub>
                      </m:num>
                      <m:den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22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b/>
                            </m:sSub>
                            <m: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b/>
                            </m:sSub>
                          </m:num>
                          <m:den>
                            <m:r>
                              <a:rPr lang="en-US" sz="22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22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  <m:sub/>
                    </m:sSub>
                  </m:oMath>
                </a14:m>
                <a:r>
                  <a:rPr lang="en-US" sz="22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200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b/>
                        </m:sSub>
                      </m:num>
                      <m:den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22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d>
                                  <m:dPr>
                                    <m:ctrlP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b/>
                            </m:sSub>
                            <m: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kern="100"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b/>
                            </m:sSub>
                          </m:num>
                          <m:den>
                            <m:r>
                              <a:rPr lang="en-US" sz="22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2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  <m:sub/>
                    </m:sSub>
                  </m:oMath>
                </a14:m>
                <a:endParaRPr lang="en-US" sz="2200" b="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Observable,</a:t>
                </a:r>
                <a:r>
                  <a:rPr lang="en-US" sz="2200" b="0" i="1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ctrlP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2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marR="0" indent="-285750">
                  <a:buFont typeface="Arial" panose="020B0604020202020204" pitchFamily="34" charset="0"/>
                  <a:buChar char="•"/>
                </a:pPr>
                <a:r>
                  <a:rPr lang="en-US" sz="2200" b="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Differentiating</a:t>
                </a: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R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b/>
                              </m:sSub>
                              <m:r>
                                <a:rPr lang="en-US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b/>
                              </m:sSub>
                            </m:num>
                            <m:den>
                              <m:r>
                                <a:rPr lang="en-US" sz="22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b/>
                      </m:sSub>
                      <m:r>
                        <a:rPr lang="en-US" sz="22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b/>
                              </m:sSub>
                              <m:r>
                                <a:rPr lang="en-US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b/>
                              </m:sSub>
                            </m:num>
                            <m:den>
                              <m:r>
                                <a:rPr lang="en-US" sz="2200" b="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b/>
                      </m:sSub>
                    </m:oMath>
                  </m:oMathPara>
                </a14:m>
                <a:endParaRPr lang="en-US" sz="2200" kern="100" dirty="0"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R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sz="22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2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))+</m:t>
                      </m:r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sz="22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200" b="0" i="1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200" b="0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Rearrange to find, </a:t>
                </a:r>
                <a14:m>
                  <m:oMath xmlns:m="http://schemas.openxmlformats.org/officeDocument/2006/math"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)=…</m:t>
                    </m:r>
                  </m:oMath>
                </a14:m>
                <a:endParaRPr lang="en-US" sz="22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Differentiate,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/>
                        </m:sSub>
                      </m:num>
                      <m:den>
                        <m:r>
                          <a:rPr lang="en-US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22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US" sz="2200" b="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67D49-8CBA-9BC3-31CC-8A47EF882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98113"/>
                <a:ext cx="11476512" cy="3629968"/>
              </a:xfrm>
              <a:prstGeom prst="rect">
                <a:avLst/>
              </a:prstGeom>
              <a:blipFill>
                <a:blip r:embed="rId2"/>
                <a:stretch>
                  <a:fillRect l="-664" b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5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FEFE-1831-7753-D2E6-1332644A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87F5-5FDA-CC5E-C7B4-AC011719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algebra-based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D779F4-8D55-CB2E-7A05-7CACA94F7DE7}"/>
                  </a:ext>
                </a:extLst>
              </p:cNvPr>
              <p:cNvSpPr txBox="1"/>
              <p:nvPr/>
            </p:nvSpPr>
            <p:spPr>
              <a:xfrm>
                <a:off x="838200" y="1398113"/>
                <a:ext cx="11476512" cy="2840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Equate with the second equation.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Rearrange to collect the same degree terms and same order of derivatives.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Divide the equation by the coefficient of the highest order derivative.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den>
                      </m:f>
                      <m:sSup>
                        <m:sSup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den>
                      </m:f>
                      <m:f>
                        <m:f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sz="2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2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sz="22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combination of parameters, </a:t>
                </a:r>
                <a14:m>
                  <m:oMath xmlns:m="http://schemas.openxmlformats.org/officeDocument/2006/math">
                    <m:r>
                      <a:rPr lang="en-US" sz="2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2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 the coefficients informs the identifiability.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D779F4-8D55-CB2E-7A05-7CACA94F7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98113"/>
                <a:ext cx="11476512" cy="2840521"/>
              </a:xfrm>
              <a:prstGeom prst="rect">
                <a:avLst/>
              </a:prstGeom>
              <a:blipFill>
                <a:blip r:embed="rId2"/>
                <a:stretch>
                  <a:fillRect l="-664" t="-889" b="-3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34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E5AA-487D-0DBD-7E34-9E5A0DA5C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hlinkClick r:id="rId2"/>
              </a:rPr>
              <a:t>COMBOS: Web App for Finding</a:t>
            </a:r>
            <a:br>
              <a:rPr lang="en-US" b="1" dirty="0">
                <a:hlinkClick r:id="rId2"/>
              </a:rPr>
            </a:br>
            <a:r>
              <a:rPr lang="en-US" b="1" dirty="0">
                <a:hlinkClick r:id="rId2"/>
              </a:rPr>
              <a:t>Identifiable Parameter Combinations in...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74BC-976B-8844-2798-36661E962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dx1/dt = </a:t>
            </a:r>
            <a:r>
              <a:rPr lang="en-US" dirty="0" err="1"/>
              <a:t>rS</a:t>
            </a:r>
            <a:r>
              <a:rPr lang="en-US" dirty="0"/>
              <a:t>*(1+(x1+x2)/K)*x1; </a:t>
            </a:r>
          </a:p>
          <a:p>
            <a:pPr marL="0" indent="0">
              <a:buNone/>
            </a:pPr>
            <a:r>
              <a:rPr lang="en-US" dirty="0"/>
              <a:t>dx2/dt = </a:t>
            </a:r>
            <a:r>
              <a:rPr lang="en-US" dirty="0" err="1"/>
              <a:t>rR</a:t>
            </a:r>
            <a:r>
              <a:rPr lang="en-US" dirty="0"/>
              <a:t>*(1+(x1+x2)/K)*x2; </a:t>
            </a:r>
          </a:p>
          <a:p>
            <a:pPr marL="0" indent="0">
              <a:buNone/>
            </a:pPr>
            <a:r>
              <a:rPr lang="en-US" dirty="0"/>
              <a:t>y1 = x1+x2;</a:t>
            </a:r>
          </a:p>
          <a:p>
            <a:r>
              <a:rPr lang="en-US" dirty="0"/>
              <a:t>dx1/dt = </a:t>
            </a:r>
            <a:r>
              <a:rPr lang="en-US" dirty="0" err="1"/>
              <a:t>rS</a:t>
            </a:r>
            <a:r>
              <a:rPr lang="en-US" dirty="0"/>
              <a:t>*(1+(x1+x2)/K)*x1; dx2/dt = </a:t>
            </a:r>
            <a:r>
              <a:rPr lang="en-US" dirty="0" err="1"/>
              <a:t>rR</a:t>
            </a:r>
            <a:r>
              <a:rPr lang="en-US" dirty="0"/>
              <a:t>*(1+(x1+x2)/K)*x2; y1 = x1+x2; x1(0) = 1000;x2(0) = 10;</a:t>
            </a:r>
          </a:p>
        </p:txBody>
      </p:sp>
    </p:spTree>
    <p:extLst>
      <p:ext uri="{BB962C8B-B14F-4D97-AF65-F5344CB8AC3E}">
        <p14:creationId xmlns:p14="http://schemas.microsoft.com/office/powerpoint/2010/main" val="10977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51CE-8F8E-A92E-C52F-73E27BBB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EA2F-82F9-0890-E3F5-FBD34711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analytical 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A2DF6-BCF7-D766-C5A9-6412116E2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1616" y="1253769"/>
                <a:ext cx="6096000" cy="2028274"/>
              </a:xfrm>
            </p:spPr>
            <p:txBody>
              <a:bodyPr>
                <a:normAutofit/>
              </a:bodyPr>
              <a:lstStyle/>
              <a:p>
                <a:endParaRPr lang="en-US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A2DF6-BCF7-D766-C5A9-6412116E2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1616" y="1253769"/>
                <a:ext cx="6096000" cy="20282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FA82C-2C10-BB4F-F3A5-3002D53E34A5}"/>
                  </a:ext>
                </a:extLst>
              </p:cNvPr>
              <p:cNvSpPr txBox="1"/>
              <p:nvPr/>
            </p:nvSpPr>
            <p:spPr>
              <a:xfrm>
                <a:off x="844384" y="1667944"/>
                <a:ext cx="1922257" cy="1402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𝜖𝛾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1D324-5AEB-D582-8B0A-5D14D5B25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84" y="1667944"/>
                <a:ext cx="1922257" cy="1402435"/>
              </a:xfrm>
              <a:prstGeom prst="rect">
                <a:avLst/>
              </a:prstGeom>
              <a:blipFill>
                <a:blip r:embed="rId3"/>
                <a:stretch>
                  <a:fillRect l="-3947" t="-1802" r="-5263" b="-7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8A87FD-66FD-368F-4D9B-323B262F6299}"/>
                  </a:ext>
                </a:extLst>
              </p:cNvPr>
              <p:cNvSpPr txBox="1"/>
              <p:nvPr/>
            </p:nvSpPr>
            <p:spPr>
              <a:xfrm>
                <a:off x="3270099" y="1587696"/>
                <a:ext cx="1785361" cy="1493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= ?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= ?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8A87FD-66FD-368F-4D9B-323B262F6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99" y="1587696"/>
                <a:ext cx="1785361" cy="1493550"/>
              </a:xfrm>
              <a:prstGeom prst="rect">
                <a:avLst/>
              </a:prstGeom>
              <a:blipFill>
                <a:blip r:embed="rId4"/>
                <a:stretch>
                  <a:fillRect l="-4255" r="-9220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53E83-3229-45A7-6835-56424EBC32F4}"/>
                  </a:ext>
                </a:extLst>
              </p:cNvPr>
              <p:cNvSpPr txBox="1"/>
              <p:nvPr/>
            </p:nvSpPr>
            <p:spPr>
              <a:xfrm>
                <a:off x="535624" y="3716867"/>
                <a:ext cx="11311992" cy="26591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)^2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)^3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+…</m:t>
                        </m:r>
                      </m:e>
                    </m:d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)^2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)^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+…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0,2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53E83-3229-45A7-6835-56424EBC3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24" y="3716867"/>
                <a:ext cx="11311992" cy="2659126"/>
              </a:xfrm>
              <a:prstGeom prst="rect">
                <a:avLst/>
              </a:prstGeom>
              <a:blipFill>
                <a:blip r:embed="rId5"/>
                <a:stretch>
                  <a:fillRect l="-785" b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D931DAA-ACE8-7ECB-66C9-4F8B90B5E1B3}"/>
              </a:ext>
            </a:extLst>
          </p:cNvPr>
          <p:cNvSpPr txBox="1"/>
          <p:nvPr/>
        </p:nvSpPr>
        <p:spPr>
          <a:xfrm>
            <a:off x="6401015" y="1126031"/>
            <a:ext cx="4025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This is what we need to prove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59C3E-3F20-6C45-1066-FD66DC960F3A}"/>
              </a:ext>
            </a:extLst>
          </p:cNvPr>
          <p:cNvSpPr txBox="1"/>
          <p:nvPr/>
        </p:nvSpPr>
        <p:spPr>
          <a:xfrm>
            <a:off x="1805512" y="3325957"/>
            <a:ext cx="154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…</a:t>
            </a:r>
          </a:p>
        </p:txBody>
      </p:sp>
    </p:spTree>
    <p:extLst>
      <p:ext uri="{BB962C8B-B14F-4D97-AF65-F5344CB8AC3E}">
        <p14:creationId xmlns:p14="http://schemas.microsoft.com/office/powerpoint/2010/main" val="332235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1CF46-B437-8375-B729-C69E8B33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6BC2-923A-23AF-8FE3-D54FAED3A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analytical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66B9F-E696-A7A3-02BB-6D921A81D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0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1D324-5AEB-D582-8B0A-5D14D5B25AFF}"/>
                  </a:ext>
                </a:extLst>
              </p:cNvPr>
              <p:cNvSpPr txBox="1"/>
              <p:nvPr/>
            </p:nvSpPr>
            <p:spPr>
              <a:xfrm>
                <a:off x="844384" y="1667944"/>
                <a:ext cx="1922257" cy="1402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𝜖𝛾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1D324-5AEB-D582-8B0A-5D14D5B25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84" y="1667944"/>
                <a:ext cx="1922257" cy="1402435"/>
              </a:xfrm>
              <a:prstGeom prst="rect">
                <a:avLst/>
              </a:prstGeom>
              <a:blipFill>
                <a:blip r:embed="rId2"/>
                <a:stretch>
                  <a:fillRect l="-3947" t="-1802" r="-5263" b="-7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3D52A1-1A11-B97F-E033-15E5CEFDD3FF}"/>
                  </a:ext>
                </a:extLst>
              </p:cNvPr>
              <p:cNvSpPr txBox="1"/>
              <p:nvPr/>
            </p:nvSpPr>
            <p:spPr>
              <a:xfrm>
                <a:off x="3436310" y="1999829"/>
                <a:ext cx="104438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= ?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=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3D52A1-1A11-B97F-E033-15E5CEFDD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310" y="1999829"/>
                <a:ext cx="1044388" cy="738664"/>
              </a:xfrm>
              <a:prstGeom prst="rect">
                <a:avLst/>
              </a:prstGeom>
              <a:blipFill>
                <a:blip r:embed="rId3"/>
                <a:stretch>
                  <a:fillRect l="-9639" t="-13559" r="-18072" b="-25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C08DFC1-DA7A-24EA-6406-680641ACD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081" y="1536633"/>
            <a:ext cx="8738222" cy="3814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761801-712A-DE29-664B-69DD2B83E82D}"/>
              </a:ext>
            </a:extLst>
          </p:cNvPr>
          <p:cNvSpPr txBox="1"/>
          <p:nvPr/>
        </p:nvSpPr>
        <p:spPr>
          <a:xfrm>
            <a:off x="3562635" y="1470700"/>
            <a:ext cx="2152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Structural</a:t>
            </a:r>
          </a:p>
          <a:p>
            <a:r>
              <a:rPr lang="en-US" sz="2400" dirty="0"/>
              <a:t>Identifiability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9CAA0991-F432-0E52-55F9-B2B9436EC9DA}"/>
              </a:ext>
            </a:extLst>
          </p:cNvPr>
          <p:cNvSpPr/>
          <p:nvPr/>
        </p:nvSpPr>
        <p:spPr>
          <a:xfrm>
            <a:off x="4285322" y="3993222"/>
            <a:ext cx="1605813" cy="1088992"/>
          </a:xfrm>
          <a:prstGeom prst="arc">
            <a:avLst>
              <a:gd name="adj1" fmla="val 9777370"/>
              <a:gd name="adj2" fmla="val 13569653"/>
            </a:avLst>
          </a:prstGeom>
          <a:ln>
            <a:solidFill>
              <a:schemeClr val="tx2">
                <a:lumMod val="1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46DD0-88D6-9E12-3AB0-D7F744271C45}"/>
              </a:ext>
            </a:extLst>
          </p:cNvPr>
          <p:cNvSpPr txBox="1"/>
          <p:nvPr/>
        </p:nvSpPr>
        <p:spPr>
          <a:xfrm>
            <a:off x="3017425" y="3993222"/>
            <a:ext cx="1756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Taylor’s </a:t>
            </a:r>
          </a:p>
          <a:p>
            <a:r>
              <a:rPr lang="en-US" sz="2000" dirty="0"/>
              <a:t>expansion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5C5A1D6-DA49-1752-7057-FD332395285B}"/>
              </a:ext>
            </a:extLst>
          </p:cNvPr>
          <p:cNvSpPr/>
          <p:nvPr/>
        </p:nvSpPr>
        <p:spPr>
          <a:xfrm>
            <a:off x="8619345" y="1828800"/>
            <a:ext cx="2728272" cy="3023151"/>
          </a:xfrm>
          <a:prstGeom prst="arc">
            <a:avLst>
              <a:gd name="adj1" fmla="val 13615964"/>
              <a:gd name="adj2" fmla="val 2989290"/>
            </a:avLst>
          </a:prstGeom>
          <a:ln>
            <a:solidFill>
              <a:schemeClr val="tx2">
                <a:lumMod val="1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0246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6C5C-53AE-C18A-69F1-346BB4F0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To-dos to ease identifiability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598B0-DD73-CF20-0098-1EBC86514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up with a possibly simpler model.</a:t>
            </a:r>
          </a:p>
          <a:p>
            <a:r>
              <a:rPr lang="en-US" dirty="0"/>
              <a:t>Leave least number of parameters to estimate</a:t>
            </a:r>
          </a:p>
          <a:p>
            <a:pPr lvl="1"/>
            <a:r>
              <a:rPr lang="en-US" dirty="0"/>
              <a:t>Adopt reasonable parameter values from the literature.</a:t>
            </a:r>
          </a:p>
          <a:p>
            <a:pPr lvl="1"/>
            <a:r>
              <a:rPr lang="en-US" dirty="0"/>
              <a:t>Fix least sensitive parameters and estimate the rest.</a:t>
            </a:r>
          </a:p>
          <a:p>
            <a:r>
              <a:rPr lang="en-US" dirty="0"/>
              <a:t>Maximize the observables.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76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A251-9CF7-3638-F77B-8613B7C36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7330-66DB-F14E-66F4-1E215BCA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537752-7559-D8CC-7EA5-78E058F5C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89612" cy="2581378"/>
              </a:xfrm>
            </p:spPr>
            <p:txBody>
              <a:bodyPr/>
              <a:lstStyle/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0" dirty="0"/>
                  <a:t> at distant points, </a:t>
                </a:r>
              </a:p>
              <a:p>
                <a:pPr lvl="1"/>
                <a:r>
                  <a:rPr lang="en-US" b="0" dirty="0"/>
                  <a:t>how big the distance is?</a:t>
                </a:r>
              </a:p>
              <a:p>
                <a:pPr lvl="1"/>
                <a:r>
                  <a:rPr lang="en-US" b="0" dirty="0"/>
                  <a:t>How noisy is it?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780702-462B-C8AC-9CDC-C44A187E2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89612" cy="2581378"/>
              </a:xfrm>
              <a:blipFill>
                <a:blip r:embed="rId2"/>
                <a:stretch>
                  <a:fillRect l="-2663" r="-2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A551E85-B6EA-BFEC-9B5E-609734AA6D87}"/>
              </a:ext>
            </a:extLst>
          </p:cNvPr>
          <p:cNvGrpSpPr/>
          <p:nvPr/>
        </p:nvGrpSpPr>
        <p:grpSpPr>
          <a:xfrm>
            <a:off x="7749988" y="576543"/>
            <a:ext cx="3496236" cy="1640541"/>
            <a:chOff x="7064188" y="1290918"/>
            <a:chExt cx="3496236" cy="164054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9CB2011-E58C-9263-BC74-D4D134E213C3}"/>
                </a:ext>
              </a:extLst>
            </p:cNvPr>
            <p:cNvCxnSpPr/>
            <p:nvPr/>
          </p:nvCxnSpPr>
          <p:spPr>
            <a:xfrm>
              <a:off x="7064188" y="2779059"/>
              <a:ext cx="34962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1A2CFD6-D2F7-A0E7-8A4E-8065C304B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6588" y="1290918"/>
              <a:ext cx="0" cy="16405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9E304F2-6E9D-C38C-FC64-38A4E867F5A0}"/>
                </a:ext>
              </a:extLst>
            </p:cNvPr>
            <p:cNvSpPr/>
            <p:nvPr/>
          </p:nvSpPr>
          <p:spPr>
            <a:xfrm>
              <a:off x="7227418" y="1455725"/>
              <a:ext cx="3043123" cy="804672"/>
            </a:xfrm>
            <a:custGeom>
              <a:avLst/>
              <a:gdLst>
                <a:gd name="csX0" fmla="*/ 0 w 3043123"/>
                <a:gd name="csY0" fmla="*/ 548640 h 804672"/>
                <a:gd name="csX1" fmla="*/ 36576 w 3043123"/>
                <a:gd name="csY1" fmla="*/ 519379 h 804672"/>
                <a:gd name="csX2" fmla="*/ 58521 w 3043123"/>
                <a:gd name="csY2" fmla="*/ 504749 h 804672"/>
                <a:gd name="csX3" fmla="*/ 102412 w 3043123"/>
                <a:gd name="csY3" fmla="*/ 460857 h 804672"/>
                <a:gd name="csX4" fmla="*/ 124358 w 3043123"/>
                <a:gd name="csY4" fmla="*/ 438912 h 804672"/>
                <a:gd name="csX5" fmla="*/ 146304 w 3043123"/>
                <a:gd name="csY5" fmla="*/ 416966 h 804672"/>
                <a:gd name="csX6" fmla="*/ 168249 w 3043123"/>
                <a:gd name="csY6" fmla="*/ 402336 h 804672"/>
                <a:gd name="csX7" fmla="*/ 219456 w 3043123"/>
                <a:gd name="csY7" fmla="*/ 351129 h 804672"/>
                <a:gd name="csX8" fmla="*/ 241401 w 3043123"/>
                <a:gd name="csY8" fmla="*/ 329184 h 804672"/>
                <a:gd name="csX9" fmla="*/ 292608 w 3043123"/>
                <a:gd name="csY9" fmla="*/ 292608 h 804672"/>
                <a:gd name="csX10" fmla="*/ 321868 w 3043123"/>
                <a:gd name="csY10" fmla="*/ 277977 h 804672"/>
                <a:gd name="csX11" fmla="*/ 351129 w 3043123"/>
                <a:gd name="csY11" fmla="*/ 256032 h 804672"/>
                <a:gd name="csX12" fmla="*/ 424281 w 3043123"/>
                <a:gd name="csY12" fmla="*/ 212141 h 804672"/>
                <a:gd name="csX13" fmla="*/ 460857 w 3043123"/>
                <a:gd name="csY13" fmla="*/ 190195 h 804672"/>
                <a:gd name="csX14" fmla="*/ 497433 w 3043123"/>
                <a:gd name="csY14" fmla="*/ 168249 h 804672"/>
                <a:gd name="csX15" fmla="*/ 548640 w 3043123"/>
                <a:gd name="csY15" fmla="*/ 146304 h 804672"/>
                <a:gd name="csX16" fmla="*/ 592531 w 3043123"/>
                <a:gd name="csY16" fmla="*/ 117043 h 804672"/>
                <a:gd name="csX17" fmla="*/ 746150 w 3043123"/>
                <a:gd name="csY17" fmla="*/ 58521 h 804672"/>
                <a:gd name="csX18" fmla="*/ 863193 w 3043123"/>
                <a:gd name="csY18" fmla="*/ 29261 h 804672"/>
                <a:gd name="csX19" fmla="*/ 921715 w 3043123"/>
                <a:gd name="csY19" fmla="*/ 14630 h 804672"/>
                <a:gd name="csX20" fmla="*/ 1038758 w 3043123"/>
                <a:gd name="csY20" fmla="*/ 0 h 804672"/>
                <a:gd name="csX21" fmla="*/ 1338681 w 3043123"/>
                <a:gd name="csY21" fmla="*/ 7315 h 804672"/>
                <a:gd name="csX22" fmla="*/ 1397203 w 3043123"/>
                <a:gd name="csY22" fmla="*/ 14630 h 804672"/>
                <a:gd name="csX23" fmla="*/ 1572768 w 3043123"/>
                <a:gd name="csY23" fmla="*/ 65837 h 804672"/>
                <a:gd name="csX24" fmla="*/ 1675180 w 3043123"/>
                <a:gd name="csY24" fmla="*/ 109728 h 804672"/>
                <a:gd name="csX25" fmla="*/ 1726387 w 3043123"/>
                <a:gd name="csY25" fmla="*/ 138989 h 804672"/>
                <a:gd name="csX26" fmla="*/ 1784908 w 3043123"/>
                <a:gd name="csY26" fmla="*/ 160934 h 804672"/>
                <a:gd name="csX27" fmla="*/ 1836115 w 3043123"/>
                <a:gd name="csY27" fmla="*/ 190195 h 804672"/>
                <a:gd name="csX28" fmla="*/ 1887321 w 3043123"/>
                <a:gd name="csY28" fmla="*/ 212141 h 804672"/>
                <a:gd name="csX29" fmla="*/ 1931212 w 3043123"/>
                <a:gd name="csY29" fmla="*/ 241401 h 804672"/>
                <a:gd name="csX30" fmla="*/ 2055571 w 3043123"/>
                <a:gd name="csY30" fmla="*/ 307238 h 804672"/>
                <a:gd name="csX31" fmla="*/ 2128723 w 3043123"/>
                <a:gd name="csY31" fmla="*/ 365760 h 804672"/>
                <a:gd name="csX32" fmla="*/ 2165299 w 3043123"/>
                <a:gd name="csY32" fmla="*/ 387705 h 804672"/>
                <a:gd name="csX33" fmla="*/ 2223820 w 3043123"/>
                <a:gd name="csY33" fmla="*/ 431597 h 804672"/>
                <a:gd name="csX34" fmla="*/ 2304288 w 3043123"/>
                <a:gd name="csY34" fmla="*/ 475488 h 804672"/>
                <a:gd name="csX35" fmla="*/ 2333548 w 3043123"/>
                <a:gd name="csY35" fmla="*/ 497433 h 804672"/>
                <a:gd name="csX36" fmla="*/ 2377440 w 3043123"/>
                <a:gd name="csY36" fmla="*/ 519379 h 804672"/>
                <a:gd name="csX37" fmla="*/ 2414016 w 3043123"/>
                <a:gd name="csY37" fmla="*/ 541325 h 804672"/>
                <a:gd name="csX38" fmla="*/ 2450592 w 3043123"/>
                <a:gd name="csY38" fmla="*/ 555955 h 804672"/>
                <a:gd name="csX39" fmla="*/ 2487168 w 3043123"/>
                <a:gd name="csY39" fmla="*/ 577901 h 804672"/>
                <a:gd name="csX40" fmla="*/ 2523744 w 3043123"/>
                <a:gd name="csY40" fmla="*/ 592531 h 804672"/>
                <a:gd name="csX41" fmla="*/ 2560320 w 3043123"/>
                <a:gd name="csY41" fmla="*/ 614477 h 804672"/>
                <a:gd name="csX42" fmla="*/ 2604211 w 3043123"/>
                <a:gd name="csY42" fmla="*/ 636422 h 804672"/>
                <a:gd name="csX43" fmla="*/ 2640787 w 3043123"/>
                <a:gd name="csY43" fmla="*/ 658368 h 804672"/>
                <a:gd name="csX44" fmla="*/ 2677363 w 3043123"/>
                <a:gd name="csY44" fmla="*/ 672998 h 804672"/>
                <a:gd name="csX45" fmla="*/ 2721254 w 3043123"/>
                <a:gd name="csY45" fmla="*/ 694944 h 804672"/>
                <a:gd name="csX46" fmla="*/ 2765145 w 3043123"/>
                <a:gd name="csY46" fmla="*/ 709574 h 804672"/>
                <a:gd name="csX47" fmla="*/ 2801721 w 3043123"/>
                <a:gd name="csY47" fmla="*/ 724205 h 804672"/>
                <a:gd name="csX48" fmla="*/ 2874873 w 3043123"/>
                <a:gd name="csY48" fmla="*/ 738835 h 804672"/>
                <a:gd name="csX49" fmla="*/ 2933395 w 3043123"/>
                <a:gd name="csY49" fmla="*/ 753465 h 804672"/>
                <a:gd name="csX50" fmla="*/ 2984601 w 3043123"/>
                <a:gd name="csY50" fmla="*/ 775411 h 804672"/>
                <a:gd name="csX51" fmla="*/ 3035808 w 3043123"/>
                <a:gd name="csY51" fmla="*/ 790041 h 804672"/>
                <a:gd name="csX52" fmla="*/ 3043123 w 3043123"/>
                <a:gd name="csY52" fmla="*/ 804672 h 804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</a:cxnLst>
              <a:rect l="l" t="t" r="r" b="b"/>
              <a:pathLst>
                <a:path w="3043123" h="804672">
                  <a:moveTo>
                    <a:pt x="0" y="548640"/>
                  </a:moveTo>
                  <a:cubicBezTo>
                    <a:pt x="12192" y="538886"/>
                    <a:pt x="24085" y="528747"/>
                    <a:pt x="36576" y="519379"/>
                  </a:cubicBezTo>
                  <a:cubicBezTo>
                    <a:pt x="43609" y="514104"/>
                    <a:pt x="51950" y="510590"/>
                    <a:pt x="58521" y="504749"/>
                  </a:cubicBezTo>
                  <a:cubicBezTo>
                    <a:pt x="73985" y="491003"/>
                    <a:pt x="87781" y="475488"/>
                    <a:pt x="102412" y="460857"/>
                  </a:cubicBezTo>
                  <a:lnTo>
                    <a:pt x="124358" y="438912"/>
                  </a:lnTo>
                  <a:cubicBezTo>
                    <a:pt x="131673" y="431597"/>
                    <a:pt x="137696" y="422705"/>
                    <a:pt x="146304" y="416966"/>
                  </a:cubicBezTo>
                  <a:cubicBezTo>
                    <a:pt x="153619" y="412089"/>
                    <a:pt x="161714" y="408217"/>
                    <a:pt x="168249" y="402336"/>
                  </a:cubicBezTo>
                  <a:cubicBezTo>
                    <a:pt x="186192" y="386188"/>
                    <a:pt x="202387" y="368198"/>
                    <a:pt x="219456" y="351129"/>
                  </a:cubicBezTo>
                  <a:cubicBezTo>
                    <a:pt x="226771" y="343814"/>
                    <a:pt x="232148" y="333811"/>
                    <a:pt x="241401" y="329184"/>
                  </a:cubicBezTo>
                  <a:cubicBezTo>
                    <a:pt x="321592" y="289087"/>
                    <a:pt x="223413" y="342033"/>
                    <a:pt x="292608" y="292608"/>
                  </a:cubicBezTo>
                  <a:cubicBezTo>
                    <a:pt x="301482" y="286270"/>
                    <a:pt x="312621" y="283757"/>
                    <a:pt x="321868" y="277977"/>
                  </a:cubicBezTo>
                  <a:cubicBezTo>
                    <a:pt x="332207" y="271515"/>
                    <a:pt x="340873" y="262625"/>
                    <a:pt x="351129" y="256032"/>
                  </a:cubicBezTo>
                  <a:cubicBezTo>
                    <a:pt x="375049" y="240655"/>
                    <a:pt x="399897" y="226771"/>
                    <a:pt x="424281" y="212141"/>
                  </a:cubicBezTo>
                  <a:lnTo>
                    <a:pt x="460857" y="190195"/>
                  </a:lnTo>
                  <a:cubicBezTo>
                    <a:pt x="473049" y="182880"/>
                    <a:pt x="484364" y="173850"/>
                    <a:pt x="497433" y="168249"/>
                  </a:cubicBezTo>
                  <a:cubicBezTo>
                    <a:pt x="514502" y="160934"/>
                    <a:pt x="532289" y="155108"/>
                    <a:pt x="548640" y="146304"/>
                  </a:cubicBezTo>
                  <a:cubicBezTo>
                    <a:pt x="564122" y="137968"/>
                    <a:pt x="576804" y="124907"/>
                    <a:pt x="592531" y="117043"/>
                  </a:cubicBezTo>
                  <a:cubicBezTo>
                    <a:pt x="712317" y="57150"/>
                    <a:pt x="658728" y="87662"/>
                    <a:pt x="746150" y="58521"/>
                  </a:cubicBezTo>
                  <a:cubicBezTo>
                    <a:pt x="838460" y="27751"/>
                    <a:pt x="769486" y="40974"/>
                    <a:pt x="863193" y="29261"/>
                  </a:cubicBezTo>
                  <a:cubicBezTo>
                    <a:pt x="882700" y="24384"/>
                    <a:pt x="901881" y="17936"/>
                    <a:pt x="921715" y="14630"/>
                  </a:cubicBezTo>
                  <a:cubicBezTo>
                    <a:pt x="960498" y="8166"/>
                    <a:pt x="1038758" y="0"/>
                    <a:pt x="1038758" y="0"/>
                  </a:cubicBezTo>
                  <a:lnTo>
                    <a:pt x="1338681" y="7315"/>
                  </a:lnTo>
                  <a:cubicBezTo>
                    <a:pt x="1358324" y="8117"/>
                    <a:pt x="1377957" y="10620"/>
                    <a:pt x="1397203" y="14630"/>
                  </a:cubicBezTo>
                  <a:cubicBezTo>
                    <a:pt x="1474447" y="30722"/>
                    <a:pt x="1507681" y="39210"/>
                    <a:pt x="1572768" y="65837"/>
                  </a:cubicBezTo>
                  <a:cubicBezTo>
                    <a:pt x="1607143" y="79900"/>
                    <a:pt x="1642933" y="91301"/>
                    <a:pt x="1675180" y="109728"/>
                  </a:cubicBezTo>
                  <a:cubicBezTo>
                    <a:pt x="1692249" y="119482"/>
                    <a:pt x="1708572" y="130675"/>
                    <a:pt x="1726387" y="138989"/>
                  </a:cubicBezTo>
                  <a:cubicBezTo>
                    <a:pt x="1745266" y="147799"/>
                    <a:pt x="1766029" y="152124"/>
                    <a:pt x="1784908" y="160934"/>
                  </a:cubicBezTo>
                  <a:cubicBezTo>
                    <a:pt x="1802723" y="169248"/>
                    <a:pt x="1818531" y="181403"/>
                    <a:pt x="1836115" y="190195"/>
                  </a:cubicBezTo>
                  <a:cubicBezTo>
                    <a:pt x="1852725" y="198500"/>
                    <a:pt x="1870970" y="203337"/>
                    <a:pt x="1887321" y="212141"/>
                  </a:cubicBezTo>
                  <a:cubicBezTo>
                    <a:pt x="1902803" y="220477"/>
                    <a:pt x="1915841" y="232862"/>
                    <a:pt x="1931212" y="241401"/>
                  </a:cubicBezTo>
                  <a:cubicBezTo>
                    <a:pt x="1951572" y="252712"/>
                    <a:pt x="2025772" y="285385"/>
                    <a:pt x="2055571" y="307238"/>
                  </a:cubicBezTo>
                  <a:cubicBezTo>
                    <a:pt x="2080753" y="325704"/>
                    <a:pt x="2101946" y="349694"/>
                    <a:pt x="2128723" y="365760"/>
                  </a:cubicBezTo>
                  <a:cubicBezTo>
                    <a:pt x="2140915" y="373075"/>
                    <a:pt x="2153609" y="379612"/>
                    <a:pt x="2165299" y="387705"/>
                  </a:cubicBezTo>
                  <a:cubicBezTo>
                    <a:pt x="2185347" y="401585"/>
                    <a:pt x="2202010" y="420693"/>
                    <a:pt x="2223820" y="431597"/>
                  </a:cubicBezTo>
                  <a:cubicBezTo>
                    <a:pt x="2257149" y="448261"/>
                    <a:pt x="2273921" y="455243"/>
                    <a:pt x="2304288" y="475488"/>
                  </a:cubicBezTo>
                  <a:cubicBezTo>
                    <a:pt x="2314432" y="482251"/>
                    <a:pt x="2323094" y="491160"/>
                    <a:pt x="2333548" y="497433"/>
                  </a:cubicBezTo>
                  <a:cubicBezTo>
                    <a:pt x="2347575" y="505849"/>
                    <a:pt x="2363080" y="511546"/>
                    <a:pt x="2377440" y="519379"/>
                  </a:cubicBezTo>
                  <a:cubicBezTo>
                    <a:pt x="2389922" y="526187"/>
                    <a:pt x="2401299" y="534966"/>
                    <a:pt x="2414016" y="541325"/>
                  </a:cubicBezTo>
                  <a:cubicBezTo>
                    <a:pt x="2425761" y="547197"/>
                    <a:pt x="2438847" y="550083"/>
                    <a:pt x="2450592" y="555955"/>
                  </a:cubicBezTo>
                  <a:cubicBezTo>
                    <a:pt x="2463309" y="562314"/>
                    <a:pt x="2474451" y="571542"/>
                    <a:pt x="2487168" y="577901"/>
                  </a:cubicBezTo>
                  <a:cubicBezTo>
                    <a:pt x="2498913" y="583773"/>
                    <a:pt x="2511999" y="586659"/>
                    <a:pt x="2523744" y="592531"/>
                  </a:cubicBezTo>
                  <a:cubicBezTo>
                    <a:pt x="2536461" y="598890"/>
                    <a:pt x="2547838" y="607669"/>
                    <a:pt x="2560320" y="614477"/>
                  </a:cubicBezTo>
                  <a:cubicBezTo>
                    <a:pt x="2574680" y="622310"/>
                    <a:pt x="2589851" y="628589"/>
                    <a:pt x="2604211" y="636422"/>
                  </a:cubicBezTo>
                  <a:cubicBezTo>
                    <a:pt x="2616693" y="643230"/>
                    <a:pt x="2628070" y="652009"/>
                    <a:pt x="2640787" y="658368"/>
                  </a:cubicBezTo>
                  <a:cubicBezTo>
                    <a:pt x="2652532" y="664240"/>
                    <a:pt x="2665409" y="667564"/>
                    <a:pt x="2677363" y="672998"/>
                  </a:cubicBezTo>
                  <a:cubicBezTo>
                    <a:pt x="2692254" y="679767"/>
                    <a:pt x="2706155" y="688653"/>
                    <a:pt x="2721254" y="694944"/>
                  </a:cubicBezTo>
                  <a:cubicBezTo>
                    <a:pt x="2735489" y="700875"/>
                    <a:pt x="2750652" y="704304"/>
                    <a:pt x="2765145" y="709574"/>
                  </a:cubicBezTo>
                  <a:cubicBezTo>
                    <a:pt x="2777486" y="714062"/>
                    <a:pt x="2789033" y="720822"/>
                    <a:pt x="2801721" y="724205"/>
                  </a:cubicBezTo>
                  <a:cubicBezTo>
                    <a:pt x="2825748" y="730612"/>
                    <a:pt x="2850749" y="732804"/>
                    <a:pt x="2874873" y="738835"/>
                  </a:cubicBezTo>
                  <a:lnTo>
                    <a:pt x="2933395" y="753465"/>
                  </a:lnTo>
                  <a:cubicBezTo>
                    <a:pt x="2959404" y="766470"/>
                    <a:pt x="2959486" y="768236"/>
                    <a:pt x="2984601" y="775411"/>
                  </a:cubicBezTo>
                  <a:cubicBezTo>
                    <a:pt x="2987329" y="776190"/>
                    <a:pt x="3030412" y="785994"/>
                    <a:pt x="3035808" y="790041"/>
                  </a:cubicBezTo>
                  <a:cubicBezTo>
                    <a:pt x="3040170" y="793313"/>
                    <a:pt x="3040685" y="799795"/>
                    <a:pt x="3043123" y="80467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DFCBC4-543F-B703-2934-18F53D73212E}"/>
              </a:ext>
            </a:extLst>
          </p:cNvPr>
          <p:cNvCxnSpPr/>
          <p:nvPr/>
        </p:nvCxnSpPr>
        <p:spPr>
          <a:xfrm>
            <a:off x="7749988" y="4037959"/>
            <a:ext cx="3496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89EBE8-8F4E-C583-9BEE-3083480BC223}"/>
              </a:ext>
            </a:extLst>
          </p:cNvPr>
          <p:cNvCxnSpPr>
            <a:cxnSpLocks/>
          </p:cNvCxnSpPr>
          <p:nvPr/>
        </p:nvCxnSpPr>
        <p:spPr>
          <a:xfrm flipV="1">
            <a:off x="7902388" y="2549818"/>
            <a:ext cx="0" cy="1640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>
            <a:extLst>
              <a:ext uri="{FF2B5EF4-FFF2-40B4-BE49-F238E27FC236}">
                <a16:creationId xmlns:a16="http://schemas.microsoft.com/office/drawing/2014/main" id="{B1D151FC-A99C-4E49-BD37-ED1FE5F0CAE7}"/>
              </a:ext>
            </a:extLst>
          </p:cNvPr>
          <p:cNvSpPr/>
          <p:nvPr/>
        </p:nvSpPr>
        <p:spPr>
          <a:xfrm>
            <a:off x="7913218" y="2714625"/>
            <a:ext cx="3043123" cy="804672"/>
          </a:xfrm>
          <a:custGeom>
            <a:avLst/>
            <a:gdLst>
              <a:gd name="csX0" fmla="*/ 0 w 3043123"/>
              <a:gd name="csY0" fmla="*/ 548640 h 804672"/>
              <a:gd name="csX1" fmla="*/ 36576 w 3043123"/>
              <a:gd name="csY1" fmla="*/ 519379 h 804672"/>
              <a:gd name="csX2" fmla="*/ 58521 w 3043123"/>
              <a:gd name="csY2" fmla="*/ 504749 h 804672"/>
              <a:gd name="csX3" fmla="*/ 102412 w 3043123"/>
              <a:gd name="csY3" fmla="*/ 460857 h 804672"/>
              <a:gd name="csX4" fmla="*/ 124358 w 3043123"/>
              <a:gd name="csY4" fmla="*/ 438912 h 804672"/>
              <a:gd name="csX5" fmla="*/ 146304 w 3043123"/>
              <a:gd name="csY5" fmla="*/ 416966 h 804672"/>
              <a:gd name="csX6" fmla="*/ 168249 w 3043123"/>
              <a:gd name="csY6" fmla="*/ 402336 h 804672"/>
              <a:gd name="csX7" fmla="*/ 219456 w 3043123"/>
              <a:gd name="csY7" fmla="*/ 351129 h 804672"/>
              <a:gd name="csX8" fmla="*/ 241401 w 3043123"/>
              <a:gd name="csY8" fmla="*/ 329184 h 804672"/>
              <a:gd name="csX9" fmla="*/ 292608 w 3043123"/>
              <a:gd name="csY9" fmla="*/ 292608 h 804672"/>
              <a:gd name="csX10" fmla="*/ 321868 w 3043123"/>
              <a:gd name="csY10" fmla="*/ 277977 h 804672"/>
              <a:gd name="csX11" fmla="*/ 351129 w 3043123"/>
              <a:gd name="csY11" fmla="*/ 256032 h 804672"/>
              <a:gd name="csX12" fmla="*/ 424281 w 3043123"/>
              <a:gd name="csY12" fmla="*/ 212141 h 804672"/>
              <a:gd name="csX13" fmla="*/ 460857 w 3043123"/>
              <a:gd name="csY13" fmla="*/ 190195 h 804672"/>
              <a:gd name="csX14" fmla="*/ 497433 w 3043123"/>
              <a:gd name="csY14" fmla="*/ 168249 h 804672"/>
              <a:gd name="csX15" fmla="*/ 548640 w 3043123"/>
              <a:gd name="csY15" fmla="*/ 146304 h 804672"/>
              <a:gd name="csX16" fmla="*/ 592531 w 3043123"/>
              <a:gd name="csY16" fmla="*/ 117043 h 804672"/>
              <a:gd name="csX17" fmla="*/ 746150 w 3043123"/>
              <a:gd name="csY17" fmla="*/ 58521 h 804672"/>
              <a:gd name="csX18" fmla="*/ 863193 w 3043123"/>
              <a:gd name="csY18" fmla="*/ 29261 h 804672"/>
              <a:gd name="csX19" fmla="*/ 921715 w 3043123"/>
              <a:gd name="csY19" fmla="*/ 14630 h 804672"/>
              <a:gd name="csX20" fmla="*/ 1038758 w 3043123"/>
              <a:gd name="csY20" fmla="*/ 0 h 804672"/>
              <a:gd name="csX21" fmla="*/ 1338681 w 3043123"/>
              <a:gd name="csY21" fmla="*/ 7315 h 804672"/>
              <a:gd name="csX22" fmla="*/ 1397203 w 3043123"/>
              <a:gd name="csY22" fmla="*/ 14630 h 804672"/>
              <a:gd name="csX23" fmla="*/ 1572768 w 3043123"/>
              <a:gd name="csY23" fmla="*/ 65837 h 804672"/>
              <a:gd name="csX24" fmla="*/ 1675180 w 3043123"/>
              <a:gd name="csY24" fmla="*/ 109728 h 804672"/>
              <a:gd name="csX25" fmla="*/ 1726387 w 3043123"/>
              <a:gd name="csY25" fmla="*/ 138989 h 804672"/>
              <a:gd name="csX26" fmla="*/ 1784908 w 3043123"/>
              <a:gd name="csY26" fmla="*/ 160934 h 804672"/>
              <a:gd name="csX27" fmla="*/ 1836115 w 3043123"/>
              <a:gd name="csY27" fmla="*/ 190195 h 804672"/>
              <a:gd name="csX28" fmla="*/ 1887321 w 3043123"/>
              <a:gd name="csY28" fmla="*/ 212141 h 804672"/>
              <a:gd name="csX29" fmla="*/ 1931212 w 3043123"/>
              <a:gd name="csY29" fmla="*/ 241401 h 804672"/>
              <a:gd name="csX30" fmla="*/ 2055571 w 3043123"/>
              <a:gd name="csY30" fmla="*/ 307238 h 804672"/>
              <a:gd name="csX31" fmla="*/ 2128723 w 3043123"/>
              <a:gd name="csY31" fmla="*/ 365760 h 804672"/>
              <a:gd name="csX32" fmla="*/ 2165299 w 3043123"/>
              <a:gd name="csY32" fmla="*/ 387705 h 804672"/>
              <a:gd name="csX33" fmla="*/ 2223820 w 3043123"/>
              <a:gd name="csY33" fmla="*/ 431597 h 804672"/>
              <a:gd name="csX34" fmla="*/ 2304288 w 3043123"/>
              <a:gd name="csY34" fmla="*/ 475488 h 804672"/>
              <a:gd name="csX35" fmla="*/ 2333548 w 3043123"/>
              <a:gd name="csY35" fmla="*/ 497433 h 804672"/>
              <a:gd name="csX36" fmla="*/ 2377440 w 3043123"/>
              <a:gd name="csY36" fmla="*/ 519379 h 804672"/>
              <a:gd name="csX37" fmla="*/ 2414016 w 3043123"/>
              <a:gd name="csY37" fmla="*/ 541325 h 804672"/>
              <a:gd name="csX38" fmla="*/ 2450592 w 3043123"/>
              <a:gd name="csY38" fmla="*/ 555955 h 804672"/>
              <a:gd name="csX39" fmla="*/ 2487168 w 3043123"/>
              <a:gd name="csY39" fmla="*/ 577901 h 804672"/>
              <a:gd name="csX40" fmla="*/ 2523744 w 3043123"/>
              <a:gd name="csY40" fmla="*/ 592531 h 804672"/>
              <a:gd name="csX41" fmla="*/ 2560320 w 3043123"/>
              <a:gd name="csY41" fmla="*/ 614477 h 804672"/>
              <a:gd name="csX42" fmla="*/ 2604211 w 3043123"/>
              <a:gd name="csY42" fmla="*/ 636422 h 804672"/>
              <a:gd name="csX43" fmla="*/ 2640787 w 3043123"/>
              <a:gd name="csY43" fmla="*/ 658368 h 804672"/>
              <a:gd name="csX44" fmla="*/ 2677363 w 3043123"/>
              <a:gd name="csY44" fmla="*/ 672998 h 804672"/>
              <a:gd name="csX45" fmla="*/ 2721254 w 3043123"/>
              <a:gd name="csY45" fmla="*/ 694944 h 804672"/>
              <a:gd name="csX46" fmla="*/ 2765145 w 3043123"/>
              <a:gd name="csY46" fmla="*/ 709574 h 804672"/>
              <a:gd name="csX47" fmla="*/ 2801721 w 3043123"/>
              <a:gd name="csY47" fmla="*/ 724205 h 804672"/>
              <a:gd name="csX48" fmla="*/ 2874873 w 3043123"/>
              <a:gd name="csY48" fmla="*/ 738835 h 804672"/>
              <a:gd name="csX49" fmla="*/ 2933395 w 3043123"/>
              <a:gd name="csY49" fmla="*/ 753465 h 804672"/>
              <a:gd name="csX50" fmla="*/ 2984601 w 3043123"/>
              <a:gd name="csY50" fmla="*/ 775411 h 804672"/>
              <a:gd name="csX51" fmla="*/ 3035808 w 3043123"/>
              <a:gd name="csY51" fmla="*/ 790041 h 804672"/>
              <a:gd name="csX52" fmla="*/ 3043123 w 3043123"/>
              <a:gd name="csY52" fmla="*/ 804672 h 804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3043123" h="804672">
                <a:moveTo>
                  <a:pt x="0" y="548640"/>
                </a:moveTo>
                <a:cubicBezTo>
                  <a:pt x="12192" y="538886"/>
                  <a:pt x="24085" y="528747"/>
                  <a:pt x="36576" y="519379"/>
                </a:cubicBezTo>
                <a:cubicBezTo>
                  <a:pt x="43609" y="514104"/>
                  <a:pt x="51950" y="510590"/>
                  <a:pt x="58521" y="504749"/>
                </a:cubicBezTo>
                <a:cubicBezTo>
                  <a:pt x="73985" y="491003"/>
                  <a:pt x="87781" y="475488"/>
                  <a:pt x="102412" y="460857"/>
                </a:cubicBezTo>
                <a:lnTo>
                  <a:pt x="124358" y="438912"/>
                </a:lnTo>
                <a:cubicBezTo>
                  <a:pt x="131673" y="431597"/>
                  <a:pt x="137696" y="422705"/>
                  <a:pt x="146304" y="416966"/>
                </a:cubicBezTo>
                <a:cubicBezTo>
                  <a:pt x="153619" y="412089"/>
                  <a:pt x="161714" y="408217"/>
                  <a:pt x="168249" y="402336"/>
                </a:cubicBezTo>
                <a:cubicBezTo>
                  <a:pt x="186192" y="386188"/>
                  <a:pt x="202387" y="368198"/>
                  <a:pt x="219456" y="351129"/>
                </a:cubicBezTo>
                <a:cubicBezTo>
                  <a:pt x="226771" y="343814"/>
                  <a:pt x="232148" y="333811"/>
                  <a:pt x="241401" y="329184"/>
                </a:cubicBezTo>
                <a:cubicBezTo>
                  <a:pt x="321592" y="289087"/>
                  <a:pt x="223413" y="342033"/>
                  <a:pt x="292608" y="292608"/>
                </a:cubicBezTo>
                <a:cubicBezTo>
                  <a:pt x="301482" y="286270"/>
                  <a:pt x="312621" y="283757"/>
                  <a:pt x="321868" y="277977"/>
                </a:cubicBezTo>
                <a:cubicBezTo>
                  <a:pt x="332207" y="271515"/>
                  <a:pt x="340873" y="262625"/>
                  <a:pt x="351129" y="256032"/>
                </a:cubicBezTo>
                <a:cubicBezTo>
                  <a:pt x="375049" y="240655"/>
                  <a:pt x="399897" y="226771"/>
                  <a:pt x="424281" y="212141"/>
                </a:cubicBezTo>
                <a:lnTo>
                  <a:pt x="460857" y="190195"/>
                </a:lnTo>
                <a:cubicBezTo>
                  <a:pt x="473049" y="182880"/>
                  <a:pt x="484364" y="173850"/>
                  <a:pt x="497433" y="168249"/>
                </a:cubicBezTo>
                <a:cubicBezTo>
                  <a:pt x="514502" y="160934"/>
                  <a:pt x="532289" y="155108"/>
                  <a:pt x="548640" y="146304"/>
                </a:cubicBezTo>
                <a:cubicBezTo>
                  <a:pt x="564122" y="137968"/>
                  <a:pt x="576804" y="124907"/>
                  <a:pt x="592531" y="117043"/>
                </a:cubicBezTo>
                <a:cubicBezTo>
                  <a:pt x="712317" y="57150"/>
                  <a:pt x="658728" y="87662"/>
                  <a:pt x="746150" y="58521"/>
                </a:cubicBezTo>
                <a:cubicBezTo>
                  <a:pt x="838460" y="27751"/>
                  <a:pt x="769486" y="40974"/>
                  <a:pt x="863193" y="29261"/>
                </a:cubicBezTo>
                <a:cubicBezTo>
                  <a:pt x="882700" y="24384"/>
                  <a:pt x="901881" y="17936"/>
                  <a:pt x="921715" y="14630"/>
                </a:cubicBezTo>
                <a:cubicBezTo>
                  <a:pt x="960498" y="8166"/>
                  <a:pt x="1038758" y="0"/>
                  <a:pt x="1038758" y="0"/>
                </a:cubicBezTo>
                <a:lnTo>
                  <a:pt x="1338681" y="7315"/>
                </a:lnTo>
                <a:cubicBezTo>
                  <a:pt x="1358324" y="8117"/>
                  <a:pt x="1377957" y="10620"/>
                  <a:pt x="1397203" y="14630"/>
                </a:cubicBezTo>
                <a:cubicBezTo>
                  <a:pt x="1474447" y="30722"/>
                  <a:pt x="1507681" y="39210"/>
                  <a:pt x="1572768" y="65837"/>
                </a:cubicBezTo>
                <a:cubicBezTo>
                  <a:pt x="1607143" y="79900"/>
                  <a:pt x="1642933" y="91301"/>
                  <a:pt x="1675180" y="109728"/>
                </a:cubicBezTo>
                <a:cubicBezTo>
                  <a:pt x="1692249" y="119482"/>
                  <a:pt x="1708572" y="130675"/>
                  <a:pt x="1726387" y="138989"/>
                </a:cubicBezTo>
                <a:cubicBezTo>
                  <a:pt x="1745266" y="147799"/>
                  <a:pt x="1766029" y="152124"/>
                  <a:pt x="1784908" y="160934"/>
                </a:cubicBezTo>
                <a:cubicBezTo>
                  <a:pt x="1802723" y="169248"/>
                  <a:pt x="1818531" y="181403"/>
                  <a:pt x="1836115" y="190195"/>
                </a:cubicBezTo>
                <a:cubicBezTo>
                  <a:pt x="1852725" y="198500"/>
                  <a:pt x="1870970" y="203337"/>
                  <a:pt x="1887321" y="212141"/>
                </a:cubicBezTo>
                <a:cubicBezTo>
                  <a:pt x="1902803" y="220477"/>
                  <a:pt x="1915841" y="232862"/>
                  <a:pt x="1931212" y="241401"/>
                </a:cubicBezTo>
                <a:cubicBezTo>
                  <a:pt x="1951572" y="252712"/>
                  <a:pt x="2025772" y="285385"/>
                  <a:pt x="2055571" y="307238"/>
                </a:cubicBezTo>
                <a:cubicBezTo>
                  <a:pt x="2080753" y="325704"/>
                  <a:pt x="2101946" y="349694"/>
                  <a:pt x="2128723" y="365760"/>
                </a:cubicBezTo>
                <a:cubicBezTo>
                  <a:pt x="2140915" y="373075"/>
                  <a:pt x="2153609" y="379612"/>
                  <a:pt x="2165299" y="387705"/>
                </a:cubicBezTo>
                <a:cubicBezTo>
                  <a:pt x="2185347" y="401585"/>
                  <a:pt x="2202010" y="420693"/>
                  <a:pt x="2223820" y="431597"/>
                </a:cubicBezTo>
                <a:cubicBezTo>
                  <a:pt x="2257149" y="448261"/>
                  <a:pt x="2273921" y="455243"/>
                  <a:pt x="2304288" y="475488"/>
                </a:cubicBezTo>
                <a:cubicBezTo>
                  <a:pt x="2314432" y="482251"/>
                  <a:pt x="2323094" y="491160"/>
                  <a:pt x="2333548" y="497433"/>
                </a:cubicBezTo>
                <a:cubicBezTo>
                  <a:pt x="2347575" y="505849"/>
                  <a:pt x="2363080" y="511546"/>
                  <a:pt x="2377440" y="519379"/>
                </a:cubicBezTo>
                <a:cubicBezTo>
                  <a:pt x="2389922" y="526187"/>
                  <a:pt x="2401299" y="534966"/>
                  <a:pt x="2414016" y="541325"/>
                </a:cubicBezTo>
                <a:cubicBezTo>
                  <a:pt x="2425761" y="547197"/>
                  <a:pt x="2438847" y="550083"/>
                  <a:pt x="2450592" y="555955"/>
                </a:cubicBezTo>
                <a:cubicBezTo>
                  <a:pt x="2463309" y="562314"/>
                  <a:pt x="2474451" y="571542"/>
                  <a:pt x="2487168" y="577901"/>
                </a:cubicBezTo>
                <a:cubicBezTo>
                  <a:pt x="2498913" y="583773"/>
                  <a:pt x="2511999" y="586659"/>
                  <a:pt x="2523744" y="592531"/>
                </a:cubicBezTo>
                <a:cubicBezTo>
                  <a:pt x="2536461" y="598890"/>
                  <a:pt x="2547838" y="607669"/>
                  <a:pt x="2560320" y="614477"/>
                </a:cubicBezTo>
                <a:cubicBezTo>
                  <a:pt x="2574680" y="622310"/>
                  <a:pt x="2589851" y="628589"/>
                  <a:pt x="2604211" y="636422"/>
                </a:cubicBezTo>
                <a:cubicBezTo>
                  <a:pt x="2616693" y="643230"/>
                  <a:pt x="2628070" y="652009"/>
                  <a:pt x="2640787" y="658368"/>
                </a:cubicBezTo>
                <a:cubicBezTo>
                  <a:pt x="2652532" y="664240"/>
                  <a:pt x="2665409" y="667564"/>
                  <a:pt x="2677363" y="672998"/>
                </a:cubicBezTo>
                <a:cubicBezTo>
                  <a:pt x="2692254" y="679767"/>
                  <a:pt x="2706155" y="688653"/>
                  <a:pt x="2721254" y="694944"/>
                </a:cubicBezTo>
                <a:cubicBezTo>
                  <a:pt x="2735489" y="700875"/>
                  <a:pt x="2750652" y="704304"/>
                  <a:pt x="2765145" y="709574"/>
                </a:cubicBezTo>
                <a:cubicBezTo>
                  <a:pt x="2777486" y="714062"/>
                  <a:pt x="2789033" y="720822"/>
                  <a:pt x="2801721" y="724205"/>
                </a:cubicBezTo>
                <a:cubicBezTo>
                  <a:pt x="2825748" y="730612"/>
                  <a:pt x="2850749" y="732804"/>
                  <a:pt x="2874873" y="738835"/>
                </a:cubicBezTo>
                <a:lnTo>
                  <a:pt x="2933395" y="753465"/>
                </a:lnTo>
                <a:cubicBezTo>
                  <a:pt x="2959404" y="766470"/>
                  <a:pt x="2959486" y="768236"/>
                  <a:pt x="2984601" y="775411"/>
                </a:cubicBezTo>
                <a:cubicBezTo>
                  <a:pt x="2987329" y="776190"/>
                  <a:pt x="3030412" y="785994"/>
                  <a:pt x="3035808" y="790041"/>
                </a:cubicBezTo>
                <a:cubicBezTo>
                  <a:pt x="3040170" y="793313"/>
                  <a:pt x="3040685" y="799795"/>
                  <a:pt x="3043123" y="8046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38229A-8C63-AD4C-7128-B4ED066BC6FF}"/>
              </a:ext>
            </a:extLst>
          </p:cNvPr>
          <p:cNvSpPr/>
          <p:nvPr/>
        </p:nvSpPr>
        <p:spPr>
          <a:xfrm>
            <a:off x="7945061" y="3072658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46B29-BB64-2CA5-3367-356DAAAD1B5C}"/>
              </a:ext>
            </a:extLst>
          </p:cNvPr>
          <p:cNvSpPr/>
          <p:nvPr/>
        </p:nvSpPr>
        <p:spPr>
          <a:xfrm>
            <a:off x="8447981" y="2942723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B88F8F-71A2-6003-A3A4-937FD37C3E8B}"/>
              </a:ext>
            </a:extLst>
          </p:cNvPr>
          <p:cNvSpPr/>
          <p:nvPr/>
        </p:nvSpPr>
        <p:spPr>
          <a:xfrm>
            <a:off x="9805122" y="2797188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59D58A-C437-01B6-D1A2-2E65E9DFC28F}"/>
              </a:ext>
            </a:extLst>
          </p:cNvPr>
          <p:cNvSpPr/>
          <p:nvPr/>
        </p:nvSpPr>
        <p:spPr>
          <a:xfrm>
            <a:off x="10817215" y="3321177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1D3B38-4A74-8022-C94D-D832D94A6BDA}"/>
              </a:ext>
            </a:extLst>
          </p:cNvPr>
          <p:cNvCxnSpPr/>
          <p:nvPr/>
        </p:nvCxnSpPr>
        <p:spPr>
          <a:xfrm>
            <a:off x="7749988" y="6048884"/>
            <a:ext cx="3496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0D8A58-56B0-3C49-0F25-554EA4E02D3C}"/>
              </a:ext>
            </a:extLst>
          </p:cNvPr>
          <p:cNvCxnSpPr>
            <a:cxnSpLocks/>
          </p:cNvCxnSpPr>
          <p:nvPr/>
        </p:nvCxnSpPr>
        <p:spPr>
          <a:xfrm flipV="1">
            <a:off x="7902388" y="4560743"/>
            <a:ext cx="0" cy="1640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>
            <a:extLst>
              <a:ext uri="{FF2B5EF4-FFF2-40B4-BE49-F238E27FC236}">
                <a16:creationId xmlns:a16="http://schemas.microsoft.com/office/drawing/2014/main" id="{56A8DD2F-58B5-88B8-85D4-016D8CA4464C}"/>
              </a:ext>
            </a:extLst>
          </p:cNvPr>
          <p:cNvSpPr/>
          <p:nvPr/>
        </p:nvSpPr>
        <p:spPr>
          <a:xfrm>
            <a:off x="7913218" y="4725550"/>
            <a:ext cx="3043123" cy="804672"/>
          </a:xfrm>
          <a:custGeom>
            <a:avLst/>
            <a:gdLst>
              <a:gd name="csX0" fmla="*/ 0 w 3043123"/>
              <a:gd name="csY0" fmla="*/ 548640 h 804672"/>
              <a:gd name="csX1" fmla="*/ 36576 w 3043123"/>
              <a:gd name="csY1" fmla="*/ 519379 h 804672"/>
              <a:gd name="csX2" fmla="*/ 58521 w 3043123"/>
              <a:gd name="csY2" fmla="*/ 504749 h 804672"/>
              <a:gd name="csX3" fmla="*/ 102412 w 3043123"/>
              <a:gd name="csY3" fmla="*/ 460857 h 804672"/>
              <a:gd name="csX4" fmla="*/ 124358 w 3043123"/>
              <a:gd name="csY4" fmla="*/ 438912 h 804672"/>
              <a:gd name="csX5" fmla="*/ 146304 w 3043123"/>
              <a:gd name="csY5" fmla="*/ 416966 h 804672"/>
              <a:gd name="csX6" fmla="*/ 168249 w 3043123"/>
              <a:gd name="csY6" fmla="*/ 402336 h 804672"/>
              <a:gd name="csX7" fmla="*/ 219456 w 3043123"/>
              <a:gd name="csY7" fmla="*/ 351129 h 804672"/>
              <a:gd name="csX8" fmla="*/ 241401 w 3043123"/>
              <a:gd name="csY8" fmla="*/ 329184 h 804672"/>
              <a:gd name="csX9" fmla="*/ 292608 w 3043123"/>
              <a:gd name="csY9" fmla="*/ 292608 h 804672"/>
              <a:gd name="csX10" fmla="*/ 321868 w 3043123"/>
              <a:gd name="csY10" fmla="*/ 277977 h 804672"/>
              <a:gd name="csX11" fmla="*/ 351129 w 3043123"/>
              <a:gd name="csY11" fmla="*/ 256032 h 804672"/>
              <a:gd name="csX12" fmla="*/ 424281 w 3043123"/>
              <a:gd name="csY12" fmla="*/ 212141 h 804672"/>
              <a:gd name="csX13" fmla="*/ 460857 w 3043123"/>
              <a:gd name="csY13" fmla="*/ 190195 h 804672"/>
              <a:gd name="csX14" fmla="*/ 497433 w 3043123"/>
              <a:gd name="csY14" fmla="*/ 168249 h 804672"/>
              <a:gd name="csX15" fmla="*/ 548640 w 3043123"/>
              <a:gd name="csY15" fmla="*/ 146304 h 804672"/>
              <a:gd name="csX16" fmla="*/ 592531 w 3043123"/>
              <a:gd name="csY16" fmla="*/ 117043 h 804672"/>
              <a:gd name="csX17" fmla="*/ 746150 w 3043123"/>
              <a:gd name="csY17" fmla="*/ 58521 h 804672"/>
              <a:gd name="csX18" fmla="*/ 863193 w 3043123"/>
              <a:gd name="csY18" fmla="*/ 29261 h 804672"/>
              <a:gd name="csX19" fmla="*/ 921715 w 3043123"/>
              <a:gd name="csY19" fmla="*/ 14630 h 804672"/>
              <a:gd name="csX20" fmla="*/ 1038758 w 3043123"/>
              <a:gd name="csY20" fmla="*/ 0 h 804672"/>
              <a:gd name="csX21" fmla="*/ 1338681 w 3043123"/>
              <a:gd name="csY21" fmla="*/ 7315 h 804672"/>
              <a:gd name="csX22" fmla="*/ 1397203 w 3043123"/>
              <a:gd name="csY22" fmla="*/ 14630 h 804672"/>
              <a:gd name="csX23" fmla="*/ 1572768 w 3043123"/>
              <a:gd name="csY23" fmla="*/ 65837 h 804672"/>
              <a:gd name="csX24" fmla="*/ 1675180 w 3043123"/>
              <a:gd name="csY24" fmla="*/ 109728 h 804672"/>
              <a:gd name="csX25" fmla="*/ 1726387 w 3043123"/>
              <a:gd name="csY25" fmla="*/ 138989 h 804672"/>
              <a:gd name="csX26" fmla="*/ 1784908 w 3043123"/>
              <a:gd name="csY26" fmla="*/ 160934 h 804672"/>
              <a:gd name="csX27" fmla="*/ 1836115 w 3043123"/>
              <a:gd name="csY27" fmla="*/ 190195 h 804672"/>
              <a:gd name="csX28" fmla="*/ 1887321 w 3043123"/>
              <a:gd name="csY28" fmla="*/ 212141 h 804672"/>
              <a:gd name="csX29" fmla="*/ 1931212 w 3043123"/>
              <a:gd name="csY29" fmla="*/ 241401 h 804672"/>
              <a:gd name="csX30" fmla="*/ 2055571 w 3043123"/>
              <a:gd name="csY30" fmla="*/ 307238 h 804672"/>
              <a:gd name="csX31" fmla="*/ 2128723 w 3043123"/>
              <a:gd name="csY31" fmla="*/ 365760 h 804672"/>
              <a:gd name="csX32" fmla="*/ 2165299 w 3043123"/>
              <a:gd name="csY32" fmla="*/ 387705 h 804672"/>
              <a:gd name="csX33" fmla="*/ 2223820 w 3043123"/>
              <a:gd name="csY33" fmla="*/ 431597 h 804672"/>
              <a:gd name="csX34" fmla="*/ 2304288 w 3043123"/>
              <a:gd name="csY34" fmla="*/ 475488 h 804672"/>
              <a:gd name="csX35" fmla="*/ 2333548 w 3043123"/>
              <a:gd name="csY35" fmla="*/ 497433 h 804672"/>
              <a:gd name="csX36" fmla="*/ 2377440 w 3043123"/>
              <a:gd name="csY36" fmla="*/ 519379 h 804672"/>
              <a:gd name="csX37" fmla="*/ 2414016 w 3043123"/>
              <a:gd name="csY37" fmla="*/ 541325 h 804672"/>
              <a:gd name="csX38" fmla="*/ 2450592 w 3043123"/>
              <a:gd name="csY38" fmla="*/ 555955 h 804672"/>
              <a:gd name="csX39" fmla="*/ 2487168 w 3043123"/>
              <a:gd name="csY39" fmla="*/ 577901 h 804672"/>
              <a:gd name="csX40" fmla="*/ 2523744 w 3043123"/>
              <a:gd name="csY40" fmla="*/ 592531 h 804672"/>
              <a:gd name="csX41" fmla="*/ 2560320 w 3043123"/>
              <a:gd name="csY41" fmla="*/ 614477 h 804672"/>
              <a:gd name="csX42" fmla="*/ 2604211 w 3043123"/>
              <a:gd name="csY42" fmla="*/ 636422 h 804672"/>
              <a:gd name="csX43" fmla="*/ 2640787 w 3043123"/>
              <a:gd name="csY43" fmla="*/ 658368 h 804672"/>
              <a:gd name="csX44" fmla="*/ 2677363 w 3043123"/>
              <a:gd name="csY44" fmla="*/ 672998 h 804672"/>
              <a:gd name="csX45" fmla="*/ 2721254 w 3043123"/>
              <a:gd name="csY45" fmla="*/ 694944 h 804672"/>
              <a:gd name="csX46" fmla="*/ 2765145 w 3043123"/>
              <a:gd name="csY46" fmla="*/ 709574 h 804672"/>
              <a:gd name="csX47" fmla="*/ 2801721 w 3043123"/>
              <a:gd name="csY47" fmla="*/ 724205 h 804672"/>
              <a:gd name="csX48" fmla="*/ 2874873 w 3043123"/>
              <a:gd name="csY48" fmla="*/ 738835 h 804672"/>
              <a:gd name="csX49" fmla="*/ 2933395 w 3043123"/>
              <a:gd name="csY49" fmla="*/ 753465 h 804672"/>
              <a:gd name="csX50" fmla="*/ 2984601 w 3043123"/>
              <a:gd name="csY50" fmla="*/ 775411 h 804672"/>
              <a:gd name="csX51" fmla="*/ 3035808 w 3043123"/>
              <a:gd name="csY51" fmla="*/ 790041 h 804672"/>
              <a:gd name="csX52" fmla="*/ 3043123 w 3043123"/>
              <a:gd name="csY52" fmla="*/ 804672 h 804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3043123" h="804672">
                <a:moveTo>
                  <a:pt x="0" y="548640"/>
                </a:moveTo>
                <a:cubicBezTo>
                  <a:pt x="12192" y="538886"/>
                  <a:pt x="24085" y="528747"/>
                  <a:pt x="36576" y="519379"/>
                </a:cubicBezTo>
                <a:cubicBezTo>
                  <a:pt x="43609" y="514104"/>
                  <a:pt x="51950" y="510590"/>
                  <a:pt x="58521" y="504749"/>
                </a:cubicBezTo>
                <a:cubicBezTo>
                  <a:pt x="73985" y="491003"/>
                  <a:pt x="87781" y="475488"/>
                  <a:pt x="102412" y="460857"/>
                </a:cubicBezTo>
                <a:lnTo>
                  <a:pt x="124358" y="438912"/>
                </a:lnTo>
                <a:cubicBezTo>
                  <a:pt x="131673" y="431597"/>
                  <a:pt x="137696" y="422705"/>
                  <a:pt x="146304" y="416966"/>
                </a:cubicBezTo>
                <a:cubicBezTo>
                  <a:pt x="153619" y="412089"/>
                  <a:pt x="161714" y="408217"/>
                  <a:pt x="168249" y="402336"/>
                </a:cubicBezTo>
                <a:cubicBezTo>
                  <a:pt x="186192" y="386188"/>
                  <a:pt x="202387" y="368198"/>
                  <a:pt x="219456" y="351129"/>
                </a:cubicBezTo>
                <a:cubicBezTo>
                  <a:pt x="226771" y="343814"/>
                  <a:pt x="232148" y="333811"/>
                  <a:pt x="241401" y="329184"/>
                </a:cubicBezTo>
                <a:cubicBezTo>
                  <a:pt x="321592" y="289087"/>
                  <a:pt x="223413" y="342033"/>
                  <a:pt x="292608" y="292608"/>
                </a:cubicBezTo>
                <a:cubicBezTo>
                  <a:pt x="301482" y="286270"/>
                  <a:pt x="312621" y="283757"/>
                  <a:pt x="321868" y="277977"/>
                </a:cubicBezTo>
                <a:cubicBezTo>
                  <a:pt x="332207" y="271515"/>
                  <a:pt x="340873" y="262625"/>
                  <a:pt x="351129" y="256032"/>
                </a:cubicBezTo>
                <a:cubicBezTo>
                  <a:pt x="375049" y="240655"/>
                  <a:pt x="399897" y="226771"/>
                  <a:pt x="424281" y="212141"/>
                </a:cubicBezTo>
                <a:lnTo>
                  <a:pt x="460857" y="190195"/>
                </a:lnTo>
                <a:cubicBezTo>
                  <a:pt x="473049" y="182880"/>
                  <a:pt x="484364" y="173850"/>
                  <a:pt x="497433" y="168249"/>
                </a:cubicBezTo>
                <a:cubicBezTo>
                  <a:pt x="514502" y="160934"/>
                  <a:pt x="532289" y="155108"/>
                  <a:pt x="548640" y="146304"/>
                </a:cubicBezTo>
                <a:cubicBezTo>
                  <a:pt x="564122" y="137968"/>
                  <a:pt x="576804" y="124907"/>
                  <a:pt x="592531" y="117043"/>
                </a:cubicBezTo>
                <a:cubicBezTo>
                  <a:pt x="712317" y="57150"/>
                  <a:pt x="658728" y="87662"/>
                  <a:pt x="746150" y="58521"/>
                </a:cubicBezTo>
                <a:cubicBezTo>
                  <a:pt x="838460" y="27751"/>
                  <a:pt x="769486" y="40974"/>
                  <a:pt x="863193" y="29261"/>
                </a:cubicBezTo>
                <a:cubicBezTo>
                  <a:pt x="882700" y="24384"/>
                  <a:pt x="901881" y="17936"/>
                  <a:pt x="921715" y="14630"/>
                </a:cubicBezTo>
                <a:cubicBezTo>
                  <a:pt x="960498" y="8166"/>
                  <a:pt x="1038758" y="0"/>
                  <a:pt x="1038758" y="0"/>
                </a:cubicBezTo>
                <a:lnTo>
                  <a:pt x="1338681" y="7315"/>
                </a:lnTo>
                <a:cubicBezTo>
                  <a:pt x="1358324" y="8117"/>
                  <a:pt x="1377957" y="10620"/>
                  <a:pt x="1397203" y="14630"/>
                </a:cubicBezTo>
                <a:cubicBezTo>
                  <a:pt x="1474447" y="30722"/>
                  <a:pt x="1507681" y="39210"/>
                  <a:pt x="1572768" y="65837"/>
                </a:cubicBezTo>
                <a:cubicBezTo>
                  <a:pt x="1607143" y="79900"/>
                  <a:pt x="1642933" y="91301"/>
                  <a:pt x="1675180" y="109728"/>
                </a:cubicBezTo>
                <a:cubicBezTo>
                  <a:pt x="1692249" y="119482"/>
                  <a:pt x="1708572" y="130675"/>
                  <a:pt x="1726387" y="138989"/>
                </a:cubicBezTo>
                <a:cubicBezTo>
                  <a:pt x="1745266" y="147799"/>
                  <a:pt x="1766029" y="152124"/>
                  <a:pt x="1784908" y="160934"/>
                </a:cubicBezTo>
                <a:cubicBezTo>
                  <a:pt x="1802723" y="169248"/>
                  <a:pt x="1818531" y="181403"/>
                  <a:pt x="1836115" y="190195"/>
                </a:cubicBezTo>
                <a:cubicBezTo>
                  <a:pt x="1852725" y="198500"/>
                  <a:pt x="1870970" y="203337"/>
                  <a:pt x="1887321" y="212141"/>
                </a:cubicBezTo>
                <a:cubicBezTo>
                  <a:pt x="1902803" y="220477"/>
                  <a:pt x="1915841" y="232862"/>
                  <a:pt x="1931212" y="241401"/>
                </a:cubicBezTo>
                <a:cubicBezTo>
                  <a:pt x="1951572" y="252712"/>
                  <a:pt x="2025772" y="285385"/>
                  <a:pt x="2055571" y="307238"/>
                </a:cubicBezTo>
                <a:cubicBezTo>
                  <a:pt x="2080753" y="325704"/>
                  <a:pt x="2101946" y="349694"/>
                  <a:pt x="2128723" y="365760"/>
                </a:cubicBezTo>
                <a:cubicBezTo>
                  <a:pt x="2140915" y="373075"/>
                  <a:pt x="2153609" y="379612"/>
                  <a:pt x="2165299" y="387705"/>
                </a:cubicBezTo>
                <a:cubicBezTo>
                  <a:pt x="2185347" y="401585"/>
                  <a:pt x="2202010" y="420693"/>
                  <a:pt x="2223820" y="431597"/>
                </a:cubicBezTo>
                <a:cubicBezTo>
                  <a:pt x="2257149" y="448261"/>
                  <a:pt x="2273921" y="455243"/>
                  <a:pt x="2304288" y="475488"/>
                </a:cubicBezTo>
                <a:cubicBezTo>
                  <a:pt x="2314432" y="482251"/>
                  <a:pt x="2323094" y="491160"/>
                  <a:pt x="2333548" y="497433"/>
                </a:cubicBezTo>
                <a:cubicBezTo>
                  <a:pt x="2347575" y="505849"/>
                  <a:pt x="2363080" y="511546"/>
                  <a:pt x="2377440" y="519379"/>
                </a:cubicBezTo>
                <a:cubicBezTo>
                  <a:pt x="2389922" y="526187"/>
                  <a:pt x="2401299" y="534966"/>
                  <a:pt x="2414016" y="541325"/>
                </a:cubicBezTo>
                <a:cubicBezTo>
                  <a:pt x="2425761" y="547197"/>
                  <a:pt x="2438847" y="550083"/>
                  <a:pt x="2450592" y="555955"/>
                </a:cubicBezTo>
                <a:cubicBezTo>
                  <a:pt x="2463309" y="562314"/>
                  <a:pt x="2474451" y="571542"/>
                  <a:pt x="2487168" y="577901"/>
                </a:cubicBezTo>
                <a:cubicBezTo>
                  <a:pt x="2498913" y="583773"/>
                  <a:pt x="2511999" y="586659"/>
                  <a:pt x="2523744" y="592531"/>
                </a:cubicBezTo>
                <a:cubicBezTo>
                  <a:pt x="2536461" y="598890"/>
                  <a:pt x="2547838" y="607669"/>
                  <a:pt x="2560320" y="614477"/>
                </a:cubicBezTo>
                <a:cubicBezTo>
                  <a:pt x="2574680" y="622310"/>
                  <a:pt x="2589851" y="628589"/>
                  <a:pt x="2604211" y="636422"/>
                </a:cubicBezTo>
                <a:cubicBezTo>
                  <a:pt x="2616693" y="643230"/>
                  <a:pt x="2628070" y="652009"/>
                  <a:pt x="2640787" y="658368"/>
                </a:cubicBezTo>
                <a:cubicBezTo>
                  <a:pt x="2652532" y="664240"/>
                  <a:pt x="2665409" y="667564"/>
                  <a:pt x="2677363" y="672998"/>
                </a:cubicBezTo>
                <a:cubicBezTo>
                  <a:pt x="2692254" y="679767"/>
                  <a:pt x="2706155" y="688653"/>
                  <a:pt x="2721254" y="694944"/>
                </a:cubicBezTo>
                <a:cubicBezTo>
                  <a:pt x="2735489" y="700875"/>
                  <a:pt x="2750652" y="704304"/>
                  <a:pt x="2765145" y="709574"/>
                </a:cubicBezTo>
                <a:cubicBezTo>
                  <a:pt x="2777486" y="714062"/>
                  <a:pt x="2789033" y="720822"/>
                  <a:pt x="2801721" y="724205"/>
                </a:cubicBezTo>
                <a:cubicBezTo>
                  <a:pt x="2825748" y="730612"/>
                  <a:pt x="2850749" y="732804"/>
                  <a:pt x="2874873" y="738835"/>
                </a:cubicBezTo>
                <a:lnTo>
                  <a:pt x="2933395" y="753465"/>
                </a:lnTo>
                <a:cubicBezTo>
                  <a:pt x="2959404" y="766470"/>
                  <a:pt x="2959486" y="768236"/>
                  <a:pt x="2984601" y="775411"/>
                </a:cubicBezTo>
                <a:cubicBezTo>
                  <a:pt x="2987329" y="776190"/>
                  <a:pt x="3030412" y="785994"/>
                  <a:pt x="3035808" y="790041"/>
                </a:cubicBezTo>
                <a:cubicBezTo>
                  <a:pt x="3040170" y="793313"/>
                  <a:pt x="3040685" y="799795"/>
                  <a:pt x="3043123" y="8046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570E55-B599-34F7-9855-DFD9A269B3C6}"/>
              </a:ext>
            </a:extLst>
          </p:cNvPr>
          <p:cNvSpPr/>
          <p:nvPr/>
        </p:nvSpPr>
        <p:spPr>
          <a:xfrm>
            <a:off x="7945061" y="4693169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2E4BC1-6B06-805B-77FD-620CA1ACB55D}"/>
              </a:ext>
            </a:extLst>
          </p:cNvPr>
          <p:cNvSpPr/>
          <p:nvPr/>
        </p:nvSpPr>
        <p:spPr>
          <a:xfrm>
            <a:off x="8493701" y="5526101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65C4B5-1F1C-7B1A-39C4-A13AEC85A4ED}"/>
              </a:ext>
            </a:extLst>
          </p:cNvPr>
          <p:cNvSpPr/>
          <p:nvPr/>
        </p:nvSpPr>
        <p:spPr>
          <a:xfrm>
            <a:off x="9389059" y="4572200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1045B1-EDD5-8594-91F9-B7C41A6AD7CA}"/>
              </a:ext>
            </a:extLst>
          </p:cNvPr>
          <p:cNvSpPr/>
          <p:nvPr/>
        </p:nvSpPr>
        <p:spPr>
          <a:xfrm>
            <a:off x="10817215" y="5332102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615778-BCF8-C18F-CDE2-DD5B90245ECD}"/>
              </a:ext>
            </a:extLst>
          </p:cNvPr>
          <p:cNvSpPr/>
          <p:nvPr/>
        </p:nvSpPr>
        <p:spPr>
          <a:xfrm>
            <a:off x="8764924" y="4405007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D595B90-830A-5FAD-F8BD-D56ECAC6F600}"/>
              </a:ext>
            </a:extLst>
          </p:cNvPr>
          <p:cNvSpPr/>
          <p:nvPr/>
        </p:nvSpPr>
        <p:spPr>
          <a:xfrm>
            <a:off x="9713682" y="5167654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70C0DE-8D72-DA6A-B41A-6B9989579207}"/>
              </a:ext>
            </a:extLst>
          </p:cNvPr>
          <p:cNvSpPr/>
          <p:nvPr/>
        </p:nvSpPr>
        <p:spPr>
          <a:xfrm>
            <a:off x="10201432" y="5850765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1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126E-40C8-56BD-4018-5229088F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67C64-2098-EBE3-5517-438D2402D0C3}"/>
                  </a:ext>
                </a:extLst>
              </p:cNvPr>
              <p:cNvSpPr txBox="1"/>
              <p:nvPr/>
            </p:nvSpPr>
            <p:spPr>
              <a:xfrm>
                <a:off x="838200" y="2212527"/>
                <a:ext cx="414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67C64-2098-EBE3-5517-438D2402D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12527"/>
                <a:ext cx="41418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2F706-6133-809B-86B3-E76B58D6F2ED}"/>
                  </a:ext>
                </a:extLst>
              </p:cNvPr>
              <p:cNvSpPr txBox="1"/>
              <p:nvPr/>
            </p:nvSpPr>
            <p:spPr>
              <a:xfrm>
                <a:off x="1713078" y="2212527"/>
                <a:ext cx="9265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2F706-6133-809B-86B3-E76B58D6F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78" y="2212527"/>
                <a:ext cx="92659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71F818-CAA1-A1E5-902F-03921B100EAF}"/>
                  </a:ext>
                </a:extLst>
              </p:cNvPr>
              <p:cNvSpPr txBox="1"/>
              <p:nvPr/>
            </p:nvSpPr>
            <p:spPr>
              <a:xfrm>
                <a:off x="2921700" y="2210476"/>
                <a:ext cx="3259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71F818-CAA1-A1E5-902F-03921B100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700" y="2210476"/>
                <a:ext cx="32598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F892A4-A5AF-98E2-E7DB-DF3A6C94820E}"/>
                  </a:ext>
                </a:extLst>
              </p:cNvPr>
              <p:cNvSpPr txBox="1"/>
              <p:nvPr/>
            </p:nvSpPr>
            <p:spPr>
              <a:xfrm>
                <a:off x="3766580" y="2212527"/>
                <a:ext cx="11816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𝑫𝒂𝒕𝒂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F892A4-A5AF-98E2-E7DB-DF3A6C948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580" y="2212527"/>
                <a:ext cx="118168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AAF3E3-BAB4-6844-11A6-ED91E15151C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252380" y="2397193"/>
            <a:ext cx="4606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6A60B3-527F-5478-9BEA-783730580AE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639668" y="2395142"/>
            <a:ext cx="282032" cy="2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F66927-183F-4A80-EA1D-48AF6F697C8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247681" y="2395142"/>
            <a:ext cx="518899" cy="2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E1F69B-C7E3-455C-AB1C-A5E7D4917F0B}"/>
              </a:ext>
            </a:extLst>
          </p:cNvPr>
          <p:cNvSpPr txBox="1"/>
          <p:nvPr/>
        </p:nvSpPr>
        <p:spPr>
          <a:xfrm>
            <a:off x="955037" y="2685532"/>
            <a:ext cx="22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D910FA-04EE-7043-DAC2-E9FD2A7FB28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1176418" y="2870198"/>
            <a:ext cx="2638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1CF48B-A385-E158-0422-7EBC471A4622}"/>
              </a:ext>
            </a:extLst>
          </p:cNvPr>
          <p:cNvSpPr txBox="1"/>
          <p:nvPr/>
        </p:nvSpPr>
        <p:spPr>
          <a:xfrm>
            <a:off x="3814966" y="2685532"/>
            <a:ext cx="66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E106AE71-39EF-405C-4A98-AEA922BE356A}"/>
              </a:ext>
            </a:extLst>
          </p:cNvPr>
          <p:cNvSpPr/>
          <p:nvPr/>
        </p:nvSpPr>
        <p:spPr>
          <a:xfrm>
            <a:off x="4044747" y="2494825"/>
            <a:ext cx="211756" cy="2914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7EF3CB-39D8-099F-2105-F11013169105}"/>
                  </a:ext>
                </a:extLst>
              </p:cNvPr>
              <p:cNvSpPr txBox="1"/>
              <p:nvPr/>
            </p:nvSpPr>
            <p:spPr>
              <a:xfrm>
                <a:off x="5389638" y="1250012"/>
                <a:ext cx="2900025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Random Variable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7EF3CB-39D8-099F-2105-F11013169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638" y="1250012"/>
                <a:ext cx="2900025" cy="375552"/>
              </a:xfrm>
              <a:prstGeom prst="rect">
                <a:avLst/>
              </a:prstGeom>
              <a:blipFill>
                <a:blip r:embed="rId6"/>
                <a:stretch>
                  <a:fillRect l="-174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CD4778-FDE7-2658-95AB-F1CB47694B47}"/>
              </a:ext>
            </a:extLst>
          </p:cNvPr>
          <p:cNvCxnSpPr/>
          <p:nvPr/>
        </p:nvCxnSpPr>
        <p:spPr>
          <a:xfrm flipV="1">
            <a:off x="4044747" y="1612991"/>
            <a:ext cx="1182861" cy="5974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005301-358C-ADA8-5E43-F91D975A8E9D}"/>
              </a:ext>
            </a:extLst>
          </p:cNvPr>
          <p:cNvSpPr txBox="1"/>
          <p:nvPr/>
        </p:nvSpPr>
        <p:spPr>
          <a:xfrm>
            <a:off x="5389637" y="2918093"/>
            <a:ext cx="212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Realization/Sample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055482-18AD-8F4B-03E8-11956CB470D9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612032" y="2579808"/>
            <a:ext cx="777605" cy="52295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19B330-09F8-06B3-567B-168198741598}"/>
                  </a:ext>
                </a:extLst>
              </p:cNvPr>
              <p:cNvSpPr txBox="1"/>
              <p:nvPr/>
            </p:nvSpPr>
            <p:spPr>
              <a:xfrm>
                <a:off x="6096000" y="3169950"/>
                <a:ext cx="4483535" cy="632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𝐷𝑎𝑡𝑎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𝐷𝑎𝑡𝑎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19B330-09F8-06B3-567B-168198741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69950"/>
                <a:ext cx="4483535" cy="632417"/>
              </a:xfrm>
              <a:prstGeom prst="rect">
                <a:avLst/>
              </a:prstGeom>
              <a:blipFill>
                <a:blip r:embed="rId7"/>
                <a:stretch>
                  <a:fillRect l="-8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255522-8078-3504-01A1-65DF64090CE5}"/>
                  </a:ext>
                </a:extLst>
              </p:cNvPr>
              <p:cNvSpPr txBox="1"/>
              <p:nvPr/>
            </p:nvSpPr>
            <p:spPr>
              <a:xfrm>
                <a:off x="5962006" y="4122318"/>
                <a:ext cx="5645007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𝐷𝑎𝑡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𝐷𝑎𝑡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255522-8078-3504-01A1-65DF64090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006" y="4122318"/>
                <a:ext cx="5645007" cy="756233"/>
              </a:xfrm>
              <a:prstGeom prst="rect">
                <a:avLst/>
              </a:prstGeom>
              <a:blipFill>
                <a:blip r:embed="rId8"/>
                <a:stretch>
                  <a:fillRect l="-449" t="-118333" b="-18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8ED749-A3C6-8C83-2CCB-AF34DF07BA52}"/>
                  </a:ext>
                </a:extLst>
              </p:cNvPr>
              <p:cNvSpPr txBox="1"/>
              <p:nvPr/>
            </p:nvSpPr>
            <p:spPr>
              <a:xfrm>
                <a:off x="1713078" y="5056213"/>
                <a:ext cx="8691803" cy="6309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m:rPr>
                        <m:nor/>
                      </m:rPr>
                      <a:rPr lang="en-US" b="0" dirty="0" smtClean="0"/>
                      <m:t>Maximize</m:t>
                    </m:r>
                    <m:nary>
                      <m:naryPr>
                        <m:chr m:val="∏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𝐷𝑎𝑡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  <m:r>
                          <m:rPr>
                            <m:nor/>
                          </m:rPr>
                          <a:rPr lang="en-US" b="0" dirty="0" smtClean="0"/>
                          <m:t>M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US" b="0" dirty="0" smtClean="0"/>
                          <m:t>imize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𝐷𝑎𝑡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8ED749-A3C6-8C83-2CCB-AF34DF07B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78" y="5056213"/>
                <a:ext cx="8691803" cy="630942"/>
              </a:xfrm>
              <a:prstGeom prst="rect">
                <a:avLst/>
              </a:prstGeom>
              <a:blipFill>
                <a:blip r:embed="rId9"/>
                <a:stretch>
                  <a:fillRect l="-1603" t="-27451" b="-9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490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7C7E-0E97-46D2-A31F-B74124EB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8B2D4-2E4B-9D6E-5B99-F4FDB8883B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754217"/>
                <a:ext cx="10515600" cy="342274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𝑁𝐿𝐿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𝑁𝐿𝐿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𝐸𝑟𝑟𝑜𝑟</m:t>
                        </m:r>
                      </m:e>
                    </m:func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8B2D4-2E4B-9D6E-5B99-F4FDB8883B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754217"/>
                <a:ext cx="10515600" cy="3422745"/>
              </a:xfrm>
              <a:blipFill>
                <a:blip r:embed="rId2"/>
                <a:stretch>
                  <a:fillRect l="-1086" t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32B449-D1F4-17DB-6F5D-D5B813F0047D}"/>
                  </a:ext>
                </a:extLst>
              </p:cNvPr>
              <p:cNvSpPr txBox="1"/>
              <p:nvPr/>
            </p:nvSpPr>
            <p:spPr>
              <a:xfrm>
                <a:off x="539386" y="1519798"/>
                <a:ext cx="11652614" cy="8412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Maximize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m:rPr>
                        <m:nor/>
                      </m:rPr>
                      <a:rPr lang="en-US" sz="2400" b="0" dirty="0" smtClean="0"/>
                      <m:t>Maximize</m:t>
                    </m:r>
                    <m:nary>
                      <m:naryPr>
                        <m:chr m:val="∏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𝐷𝑎𝑡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  <m:r>
                          <m:rPr>
                            <m:nor/>
                          </m:rPr>
                          <a:rPr lang="en-US" sz="2400" b="0" dirty="0" smtClean="0"/>
                          <m:t>M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US" sz="2400" b="0" dirty="0" smtClean="0"/>
                          <m:t>imize</m:t>
                        </m:r>
                      </m:e>
                    </m:nary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𝐷𝑎𝑡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32B449-D1F4-17DB-6F5D-D5B813F00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86" y="1519798"/>
                <a:ext cx="11652614" cy="841256"/>
              </a:xfrm>
              <a:prstGeom prst="rect">
                <a:avLst/>
              </a:prstGeom>
              <a:blipFill>
                <a:blip r:embed="rId3"/>
                <a:stretch>
                  <a:fillRect l="-1632" t="-31343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825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6AE0-682B-9C1C-578D-4A65FFFE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D3BE3-4D59-F266-9D07-DA073F58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likelihood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00F4B-5B79-D928-DB4E-4DB8FD652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Estimated parameter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𝑁𝐿𝐿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for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A00F4B-5B79-D928-DB4E-4DB8FD652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3DC4A02-3DD7-50A2-75D5-8B515CE66C4A}"/>
              </a:ext>
            </a:extLst>
          </p:cNvPr>
          <p:cNvCxnSpPr/>
          <p:nvPr/>
        </p:nvCxnSpPr>
        <p:spPr>
          <a:xfrm>
            <a:off x="4626778" y="6191844"/>
            <a:ext cx="3496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ED244C4-1DD2-9E72-950E-F7D1F38FC8A5}"/>
              </a:ext>
            </a:extLst>
          </p:cNvPr>
          <p:cNvCxnSpPr>
            <a:cxnSpLocks/>
          </p:cNvCxnSpPr>
          <p:nvPr/>
        </p:nvCxnSpPr>
        <p:spPr>
          <a:xfrm flipV="1">
            <a:off x="4767302" y="3799689"/>
            <a:ext cx="0" cy="2468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CFE6915-2594-A248-B3F4-C7EC5578C1AA}"/>
              </a:ext>
            </a:extLst>
          </p:cNvPr>
          <p:cNvSpPr/>
          <p:nvPr/>
        </p:nvSpPr>
        <p:spPr>
          <a:xfrm>
            <a:off x="6095999" y="5443349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938BBE-A3BD-26AB-9932-8CF8CB217E4D}"/>
              </a:ext>
            </a:extLst>
          </p:cNvPr>
          <p:cNvCxnSpPr>
            <a:stCxn id="6" idx="4"/>
          </p:cNvCxnSpPr>
          <p:nvPr/>
        </p:nvCxnSpPr>
        <p:spPr>
          <a:xfrm>
            <a:off x="6141719" y="5534789"/>
            <a:ext cx="2816" cy="657055"/>
          </a:xfrm>
          <a:prstGeom prst="straightConnector1">
            <a:avLst/>
          </a:prstGeom>
          <a:ln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A0E09-3D4B-6375-E6E8-E093B24F486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767302" y="5489069"/>
            <a:ext cx="132869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4E6DB5-5724-33F4-D183-FCFCFC0D654E}"/>
                  </a:ext>
                </a:extLst>
              </p:cNvPr>
              <p:cNvSpPr txBox="1"/>
              <p:nvPr/>
            </p:nvSpPr>
            <p:spPr>
              <a:xfrm>
                <a:off x="3328997" y="5256498"/>
                <a:ext cx="1577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4E6DB5-5724-33F4-D183-FCFCFC0D6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997" y="5256498"/>
                <a:ext cx="1577046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00C233-8CDA-C8BA-32C6-133C33EAA519}"/>
                  </a:ext>
                </a:extLst>
              </p:cNvPr>
              <p:cNvSpPr txBox="1"/>
              <p:nvPr/>
            </p:nvSpPr>
            <p:spPr>
              <a:xfrm>
                <a:off x="4246762" y="6156331"/>
                <a:ext cx="3881353" cy="381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          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00C233-8CDA-C8BA-32C6-133C33EAA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762" y="6156331"/>
                <a:ext cx="3881353" cy="381066"/>
              </a:xfrm>
              <a:prstGeom prst="rect">
                <a:avLst/>
              </a:prstGeom>
              <a:blipFill>
                <a:blip r:embed="rId4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F6C98C-E6D4-24FA-1571-13559CA9EDFE}"/>
              </a:ext>
            </a:extLst>
          </p:cNvPr>
          <p:cNvCxnSpPr/>
          <p:nvPr/>
        </p:nvCxnSpPr>
        <p:spPr>
          <a:xfrm>
            <a:off x="6141719" y="6026727"/>
            <a:ext cx="129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160596-6EF4-285A-BADD-6D33845FC2E7}"/>
              </a:ext>
            </a:extLst>
          </p:cNvPr>
          <p:cNvCxnSpPr/>
          <p:nvPr/>
        </p:nvCxnSpPr>
        <p:spPr>
          <a:xfrm>
            <a:off x="4843547" y="6026727"/>
            <a:ext cx="129817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CBA98B96-CD4B-0417-3944-9CFA08B27EB6}"/>
              </a:ext>
            </a:extLst>
          </p:cNvPr>
          <p:cNvSpPr/>
          <p:nvPr/>
        </p:nvSpPr>
        <p:spPr>
          <a:xfrm>
            <a:off x="4805425" y="592286"/>
            <a:ext cx="2672588" cy="4873924"/>
          </a:xfrm>
          <a:prstGeom prst="arc">
            <a:avLst>
              <a:gd name="adj1" fmla="val 2770871"/>
              <a:gd name="adj2" fmla="val 79716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8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C127-37D1-E522-3E73-369B0126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identifiability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6BDDD-51B1-213B-FE1E-CA4D60A512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48" r="8470" b="8028"/>
          <a:stretch>
            <a:fillRect/>
          </a:stretch>
        </p:blipFill>
        <p:spPr>
          <a:xfrm>
            <a:off x="4660135" y="1215829"/>
            <a:ext cx="7227066" cy="527704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5208E7-06FD-CEA2-E573-9A9B20CCC11F}"/>
              </a:ext>
            </a:extLst>
          </p:cNvPr>
          <p:cNvCxnSpPr/>
          <p:nvPr/>
        </p:nvCxnSpPr>
        <p:spPr>
          <a:xfrm>
            <a:off x="5449128" y="2825101"/>
            <a:ext cx="0" cy="277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79F6E9-42F5-8B3D-1079-90A1124984FF}"/>
              </a:ext>
            </a:extLst>
          </p:cNvPr>
          <p:cNvCxnSpPr/>
          <p:nvPr/>
        </p:nvCxnSpPr>
        <p:spPr>
          <a:xfrm>
            <a:off x="5631636" y="2825101"/>
            <a:ext cx="0" cy="3657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E23586-5ABD-F7C7-B8D8-759CDE56B05A}"/>
              </a:ext>
            </a:extLst>
          </p:cNvPr>
          <p:cNvCxnSpPr/>
          <p:nvPr/>
        </p:nvCxnSpPr>
        <p:spPr>
          <a:xfrm>
            <a:off x="5342775" y="2825101"/>
            <a:ext cx="0" cy="3657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5F8A208B-B0F5-F706-B42F-EFEB64B8BDE1}"/>
              </a:ext>
            </a:extLst>
          </p:cNvPr>
          <p:cNvSpPr/>
          <p:nvPr/>
        </p:nvSpPr>
        <p:spPr>
          <a:xfrm rot="16200000">
            <a:off x="5440128" y="3081634"/>
            <a:ext cx="102352" cy="320806"/>
          </a:xfrm>
          <a:prstGeom prst="leftBrace">
            <a:avLst>
              <a:gd name="adj1" fmla="val 5176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D568B-93A4-9DE3-6D63-9E425DB33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6930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𝐼𝑛𝑣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(0.9,2)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D568B-93A4-9DE3-6D63-9E425DB33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69304"/>
                <a:ext cx="10515600" cy="4351338"/>
              </a:xfrm>
              <a:blipFill>
                <a:blip r:embed="rId3"/>
                <a:stretch>
                  <a:fillRect l="-241" t="-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058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7DBF-18BF-9987-FF31-2BF5405B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identifiability fails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D585A6-2EED-E04F-714A-587990DDA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E5845F6-3CE9-FF26-5748-298841980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76" r="8218" b="5500"/>
          <a:stretch>
            <a:fillRect/>
          </a:stretch>
        </p:blipFill>
        <p:spPr>
          <a:xfrm>
            <a:off x="4857100" y="1215829"/>
            <a:ext cx="7010309" cy="527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03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7ACD-0D08-C4AF-93D3-B8DB308D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C42C6-CCCE-FB50-4047-FF1F97E6A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https://epimath.org/</a:t>
            </a:r>
            <a:endParaRPr lang="en-US" dirty="0"/>
          </a:p>
          <a:p>
            <a:r>
              <a:rPr lang="en-US" dirty="0"/>
              <a:t>Video lectures</a:t>
            </a:r>
          </a:p>
          <a:p>
            <a:pPr lvl="1"/>
            <a:r>
              <a:rPr lang="en-US" dirty="0">
                <a:hlinkClick r:id="rId3"/>
              </a:rPr>
              <a:t>https://www.imsi.institute/videos/identifiability-and-infectious-disease-models-exploring-the-structure-of-uncertainty/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https://www.youtube.com/watch?v=_5is1F9tKTk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F68002C-673B-A0D4-55F8-C6B5D33B7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08" y="4116915"/>
            <a:ext cx="3835400" cy="180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E74D4-E1E9-665E-391D-446776BD9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600" y="4116915"/>
            <a:ext cx="3946235" cy="1539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DA1570-5847-D6F2-8F53-5F4B3A6F4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600" y="5726113"/>
            <a:ext cx="45720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5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2750</TotalTime>
  <Words>893</Words>
  <Application>Microsoft Macintosh PowerPoint</Application>
  <PresentationFormat>Widescreen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Identifiability in model parameterization</vt:lpstr>
      <vt:lpstr>Problem statement</vt:lpstr>
      <vt:lpstr>Identifiability</vt:lpstr>
      <vt:lpstr>Identifiability</vt:lpstr>
      <vt:lpstr>Differential algebra-based approach</vt:lpstr>
      <vt:lpstr>Differential algebra-based approach</vt:lpstr>
      <vt:lpstr>Differential algebra-based approach</vt:lpstr>
      <vt:lpstr>COMBOS: Web App for Finding Identifiable Parameter Combinations in...</vt:lpstr>
      <vt:lpstr>An analytical proof</vt:lpstr>
      <vt:lpstr>An analytical proof</vt:lpstr>
      <vt:lpstr>To-dos to ease identifiability</vt:lpstr>
      <vt:lpstr>Practical identifiability</vt:lpstr>
      <vt:lpstr>Parameter estimation</vt:lpstr>
      <vt:lpstr>Parameter estimation</vt:lpstr>
      <vt:lpstr>Profile likelihood</vt:lpstr>
      <vt:lpstr>Practical identifiability</vt:lpstr>
      <vt:lpstr>Practical identifiability fails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Masud, M A</dc:creator>
  <cp:lastModifiedBy>Masud, M A</cp:lastModifiedBy>
  <cp:revision>1</cp:revision>
  <dcterms:created xsi:type="dcterms:W3CDTF">2026-05-13T16:43:28Z</dcterms:created>
  <dcterms:modified xsi:type="dcterms:W3CDTF">2026-05-15T18:36:49Z</dcterms:modified>
</cp:coreProperties>
</file>